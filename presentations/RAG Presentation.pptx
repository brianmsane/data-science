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9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88227-8A5E-877F-BF22-0D436F7A1141}" v="48" dt="2024-07-12T10:59:47.267"/>
    <p1510:client id="{41AC8F1D-2145-8BAD-295E-518B84E09A42}" v="1492" dt="2024-07-11T11:09:26.905"/>
    <p1510:client id="{E1E7CB02-1D0C-1E63-226E-39D193277170}" v="575" dt="2024-07-12T10:15:05.998"/>
    <p1510:client id="{E9FC6E20-8BBE-BE6F-F11B-851C74366AD6}" v="63" dt="2024-07-11T11:52:05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Msane" userId="S::brian.msane@etihuku.com::50e3c5f6-7d3d-43b5-a935-ced02e48000c" providerId="AD" clId="Web-{E9FC6E20-8BBE-BE6F-F11B-851C74366AD6}"/>
    <pc:docChg chg="modSld">
      <pc:chgData name="Brian Msane" userId="S::brian.msane@etihuku.com::50e3c5f6-7d3d-43b5-a935-ced02e48000c" providerId="AD" clId="Web-{E9FC6E20-8BBE-BE6F-F11B-851C74366AD6}" dt="2024-07-11T11:52:05.302" v="62" actId="20577"/>
      <pc:docMkLst>
        <pc:docMk/>
      </pc:docMkLst>
      <pc:sldChg chg="modSp">
        <pc:chgData name="Brian Msane" userId="S::brian.msane@etihuku.com::50e3c5f6-7d3d-43b5-a935-ced02e48000c" providerId="AD" clId="Web-{E9FC6E20-8BBE-BE6F-F11B-851C74366AD6}" dt="2024-07-11T11:33:53.546" v="4" actId="20577"/>
        <pc:sldMkLst>
          <pc:docMk/>
          <pc:sldMk cId="3991879867" sldId="264"/>
        </pc:sldMkLst>
        <pc:spChg chg="mod">
          <ac:chgData name="Brian Msane" userId="S::brian.msane@etihuku.com::50e3c5f6-7d3d-43b5-a935-ced02e48000c" providerId="AD" clId="Web-{E9FC6E20-8BBE-BE6F-F11B-851C74366AD6}" dt="2024-07-11T11:33:53.546" v="4" actId="20577"/>
          <ac:spMkLst>
            <pc:docMk/>
            <pc:sldMk cId="3991879867" sldId="264"/>
            <ac:spMk id="3" creationId="{189A1739-C330-6164-E221-2747191C35B8}"/>
          </ac:spMkLst>
        </pc:spChg>
      </pc:sldChg>
      <pc:sldChg chg="modSp">
        <pc:chgData name="Brian Msane" userId="S::brian.msane@etihuku.com::50e3c5f6-7d3d-43b5-a935-ced02e48000c" providerId="AD" clId="Web-{E9FC6E20-8BBE-BE6F-F11B-851C74366AD6}" dt="2024-07-11T11:52:05.302" v="62" actId="20577"/>
        <pc:sldMkLst>
          <pc:docMk/>
          <pc:sldMk cId="825327135" sldId="265"/>
        </pc:sldMkLst>
        <pc:spChg chg="mod">
          <ac:chgData name="Brian Msane" userId="S::brian.msane@etihuku.com::50e3c5f6-7d3d-43b5-a935-ced02e48000c" providerId="AD" clId="Web-{E9FC6E20-8BBE-BE6F-F11B-851C74366AD6}" dt="2024-07-11T11:52:05.302" v="62" actId="20577"/>
          <ac:spMkLst>
            <pc:docMk/>
            <pc:sldMk cId="825327135" sldId="265"/>
            <ac:spMk id="3" creationId="{313DED22-96E8-D149-3989-8819548EEC1E}"/>
          </ac:spMkLst>
        </pc:spChg>
      </pc:sldChg>
    </pc:docChg>
  </pc:docChgLst>
  <pc:docChgLst>
    <pc:chgData name="Brian Msane" userId="S::brian.msane@etihuku.com::50e3c5f6-7d3d-43b5-a935-ced02e48000c" providerId="AD" clId="Web-{21088227-8A5E-877F-BF22-0D436F7A1141}"/>
    <pc:docChg chg="modSld">
      <pc:chgData name="Brian Msane" userId="S::brian.msane@etihuku.com::50e3c5f6-7d3d-43b5-a935-ced02e48000c" providerId="AD" clId="Web-{21088227-8A5E-877F-BF22-0D436F7A1141}" dt="2024-07-12T10:59:47.267" v="47" actId="20577"/>
      <pc:docMkLst>
        <pc:docMk/>
      </pc:docMkLst>
      <pc:sldChg chg="modSp">
        <pc:chgData name="Brian Msane" userId="S::brian.msane@etihuku.com::50e3c5f6-7d3d-43b5-a935-ced02e48000c" providerId="AD" clId="Web-{21088227-8A5E-877F-BF22-0D436F7A1141}" dt="2024-07-12T10:52:26.886" v="33" actId="1076"/>
        <pc:sldMkLst>
          <pc:docMk/>
          <pc:sldMk cId="729607379" sldId="261"/>
        </pc:sldMkLst>
        <pc:spChg chg="mod">
          <ac:chgData name="Brian Msane" userId="S::brian.msane@etihuku.com::50e3c5f6-7d3d-43b5-a935-ced02e48000c" providerId="AD" clId="Web-{21088227-8A5E-877F-BF22-0D436F7A1141}" dt="2024-07-12T10:52:26.886" v="33" actId="1076"/>
          <ac:spMkLst>
            <pc:docMk/>
            <pc:sldMk cId="729607379" sldId="261"/>
            <ac:spMk id="3" creationId="{2CBD58DC-AEF2-254B-AFD6-090A97D0F1A1}"/>
          </ac:spMkLst>
        </pc:spChg>
      </pc:sldChg>
      <pc:sldChg chg="modSp">
        <pc:chgData name="Brian Msane" userId="S::brian.msane@etihuku.com::50e3c5f6-7d3d-43b5-a935-ced02e48000c" providerId="AD" clId="Web-{21088227-8A5E-877F-BF22-0D436F7A1141}" dt="2024-07-12T10:58:32.001" v="40" actId="20577"/>
        <pc:sldMkLst>
          <pc:docMk/>
          <pc:sldMk cId="197294770" sldId="262"/>
        </pc:sldMkLst>
        <pc:spChg chg="mod">
          <ac:chgData name="Brian Msane" userId="S::brian.msane@etihuku.com::50e3c5f6-7d3d-43b5-a935-ced02e48000c" providerId="AD" clId="Web-{21088227-8A5E-877F-BF22-0D436F7A1141}" dt="2024-07-12T10:58:32.001" v="40" actId="20577"/>
          <ac:spMkLst>
            <pc:docMk/>
            <pc:sldMk cId="197294770" sldId="262"/>
            <ac:spMk id="3" creationId="{E090098B-DCEA-1E9F-1584-8A0E35BEBF45}"/>
          </ac:spMkLst>
        </pc:spChg>
      </pc:sldChg>
      <pc:sldChg chg="modSp">
        <pc:chgData name="Brian Msane" userId="S::brian.msane@etihuku.com::50e3c5f6-7d3d-43b5-a935-ced02e48000c" providerId="AD" clId="Web-{21088227-8A5E-877F-BF22-0D436F7A1141}" dt="2024-07-12T10:59:47.267" v="47" actId="20577"/>
        <pc:sldMkLst>
          <pc:docMk/>
          <pc:sldMk cId="896279640" sldId="263"/>
        </pc:sldMkLst>
        <pc:spChg chg="mod">
          <ac:chgData name="Brian Msane" userId="S::brian.msane@etihuku.com::50e3c5f6-7d3d-43b5-a935-ced02e48000c" providerId="AD" clId="Web-{21088227-8A5E-877F-BF22-0D436F7A1141}" dt="2024-07-12T10:59:47.267" v="47" actId="20577"/>
          <ac:spMkLst>
            <pc:docMk/>
            <pc:sldMk cId="896279640" sldId="263"/>
            <ac:spMk id="3" creationId="{F438FE49-9E9A-F995-83FA-5A33FEA2C45A}"/>
          </ac:spMkLst>
        </pc:spChg>
      </pc:sldChg>
      <pc:sldChg chg="modSp">
        <pc:chgData name="Brian Msane" userId="S::brian.msane@etihuku.com::50e3c5f6-7d3d-43b5-a935-ced02e48000c" providerId="AD" clId="Web-{21088227-8A5E-877F-BF22-0D436F7A1141}" dt="2024-07-12T10:29:25.352" v="32" actId="20577"/>
        <pc:sldMkLst>
          <pc:docMk/>
          <pc:sldMk cId="3991879867" sldId="264"/>
        </pc:sldMkLst>
        <pc:spChg chg="mod">
          <ac:chgData name="Brian Msane" userId="S::brian.msane@etihuku.com::50e3c5f6-7d3d-43b5-a935-ced02e48000c" providerId="AD" clId="Web-{21088227-8A5E-877F-BF22-0D436F7A1141}" dt="2024-07-12T10:29:25.352" v="32" actId="20577"/>
          <ac:spMkLst>
            <pc:docMk/>
            <pc:sldMk cId="3991879867" sldId="264"/>
            <ac:spMk id="3" creationId="{189A1739-C330-6164-E221-2747191C35B8}"/>
          </ac:spMkLst>
        </pc:spChg>
      </pc:sldChg>
    </pc:docChg>
  </pc:docChgLst>
  <pc:docChgLst>
    <pc:chgData name="Brian Msane" userId="S::brian.msane@etihuku.com::50e3c5f6-7d3d-43b5-a935-ced02e48000c" providerId="AD" clId="Web-{E1E7CB02-1D0C-1E63-226E-39D193277170}"/>
    <pc:docChg chg="addSld modSld">
      <pc:chgData name="Brian Msane" userId="S::brian.msane@etihuku.com::50e3c5f6-7d3d-43b5-a935-ced02e48000c" providerId="AD" clId="Web-{E1E7CB02-1D0C-1E63-226E-39D193277170}" dt="2024-07-12T10:15:03.435" v="569" actId="20577"/>
      <pc:docMkLst>
        <pc:docMk/>
      </pc:docMkLst>
      <pc:sldChg chg="modSp">
        <pc:chgData name="Brian Msane" userId="S::brian.msane@etihuku.com::50e3c5f6-7d3d-43b5-a935-ced02e48000c" providerId="AD" clId="Web-{E1E7CB02-1D0C-1E63-226E-39D193277170}" dt="2024-07-12T10:14:11.215" v="566" actId="20577"/>
        <pc:sldMkLst>
          <pc:docMk/>
          <pc:sldMk cId="2683114092" sldId="258"/>
        </pc:sldMkLst>
        <pc:spChg chg="mod">
          <ac:chgData name="Brian Msane" userId="S::brian.msane@etihuku.com::50e3c5f6-7d3d-43b5-a935-ced02e48000c" providerId="AD" clId="Web-{E1E7CB02-1D0C-1E63-226E-39D193277170}" dt="2024-07-12T07:33:59.603" v="211" actId="20577"/>
          <ac:spMkLst>
            <pc:docMk/>
            <pc:sldMk cId="2683114092" sldId="258"/>
            <ac:spMk id="2" creationId="{F9E821FC-5E14-34CC-C31A-4EFC1DCBFC9F}"/>
          </ac:spMkLst>
        </pc:spChg>
        <pc:spChg chg="mod">
          <ac:chgData name="Brian Msane" userId="S::brian.msane@etihuku.com::50e3c5f6-7d3d-43b5-a935-ced02e48000c" providerId="AD" clId="Web-{E1E7CB02-1D0C-1E63-226E-39D193277170}" dt="2024-07-12T10:14:11.215" v="566" actId="20577"/>
          <ac:spMkLst>
            <pc:docMk/>
            <pc:sldMk cId="2683114092" sldId="258"/>
            <ac:spMk id="3" creationId="{9A09AD89-DB19-F8EE-362E-CBD35A66D692}"/>
          </ac:spMkLst>
        </pc:spChg>
      </pc:sldChg>
      <pc:sldChg chg="modSp">
        <pc:chgData name="Brian Msane" userId="S::brian.msane@etihuku.com::50e3c5f6-7d3d-43b5-a935-ced02e48000c" providerId="AD" clId="Web-{E1E7CB02-1D0C-1E63-226E-39D193277170}" dt="2024-07-12T07:34:10.463" v="212" actId="20577"/>
        <pc:sldMkLst>
          <pc:docMk/>
          <pc:sldMk cId="1484645666" sldId="259"/>
        </pc:sldMkLst>
        <pc:spChg chg="mod">
          <ac:chgData name="Brian Msane" userId="S::brian.msane@etihuku.com::50e3c5f6-7d3d-43b5-a935-ced02e48000c" providerId="AD" clId="Web-{E1E7CB02-1D0C-1E63-226E-39D193277170}" dt="2024-07-12T07:34:10.463" v="212" actId="20577"/>
          <ac:spMkLst>
            <pc:docMk/>
            <pc:sldMk cId="1484645666" sldId="259"/>
            <ac:spMk id="2" creationId="{5BA00725-0D06-B67C-50FB-828510B48672}"/>
          </ac:spMkLst>
        </pc:spChg>
      </pc:sldChg>
      <pc:sldChg chg="modSp">
        <pc:chgData name="Brian Msane" userId="S::brian.msane@etihuku.com::50e3c5f6-7d3d-43b5-a935-ced02e48000c" providerId="AD" clId="Web-{E1E7CB02-1D0C-1E63-226E-39D193277170}" dt="2024-07-12T10:15:03.435" v="569" actId="20577"/>
        <pc:sldMkLst>
          <pc:docMk/>
          <pc:sldMk cId="2192071108" sldId="260"/>
        </pc:sldMkLst>
        <pc:spChg chg="mod">
          <ac:chgData name="Brian Msane" userId="S::brian.msane@etihuku.com::50e3c5f6-7d3d-43b5-a935-ced02e48000c" providerId="AD" clId="Web-{E1E7CB02-1D0C-1E63-226E-39D193277170}" dt="2024-07-12T07:34:19.604" v="213" actId="20577"/>
          <ac:spMkLst>
            <pc:docMk/>
            <pc:sldMk cId="2192071108" sldId="260"/>
            <ac:spMk id="2" creationId="{6DC0BAF6-AA5F-23E0-10B6-9E7266A900D9}"/>
          </ac:spMkLst>
        </pc:spChg>
        <pc:spChg chg="mod">
          <ac:chgData name="Brian Msane" userId="S::brian.msane@etihuku.com::50e3c5f6-7d3d-43b5-a935-ced02e48000c" providerId="AD" clId="Web-{E1E7CB02-1D0C-1E63-226E-39D193277170}" dt="2024-07-12T10:15:03.435" v="569" actId="20577"/>
          <ac:spMkLst>
            <pc:docMk/>
            <pc:sldMk cId="2192071108" sldId="260"/>
            <ac:spMk id="37" creationId="{695C884A-F31B-F749-1DF7-F47869554C39}"/>
          </ac:spMkLst>
        </pc:spChg>
      </pc:sldChg>
      <pc:sldChg chg="modSp">
        <pc:chgData name="Brian Msane" userId="S::brian.msane@etihuku.com::50e3c5f6-7d3d-43b5-a935-ced02e48000c" providerId="AD" clId="Web-{E1E7CB02-1D0C-1E63-226E-39D193277170}" dt="2024-07-12T07:33:51.572" v="210" actId="20577"/>
        <pc:sldMkLst>
          <pc:docMk/>
          <pc:sldMk cId="729607379" sldId="261"/>
        </pc:sldMkLst>
        <pc:spChg chg="mod">
          <ac:chgData name="Brian Msane" userId="S::brian.msane@etihuku.com::50e3c5f6-7d3d-43b5-a935-ced02e48000c" providerId="AD" clId="Web-{E1E7CB02-1D0C-1E63-226E-39D193277170}" dt="2024-07-12T07:33:51.572" v="210" actId="20577"/>
          <ac:spMkLst>
            <pc:docMk/>
            <pc:sldMk cId="729607379" sldId="261"/>
            <ac:spMk id="2" creationId="{4E070156-0F26-BD26-FBAF-4FAC4F1B9040}"/>
          </ac:spMkLst>
        </pc:spChg>
        <pc:spChg chg="mod">
          <ac:chgData name="Brian Msane" userId="S::brian.msane@etihuku.com::50e3c5f6-7d3d-43b5-a935-ced02e48000c" providerId="AD" clId="Web-{E1E7CB02-1D0C-1E63-226E-39D193277170}" dt="2024-07-12T06:58:37.540" v="65" actId="20577"/>
          <ac:spMkLst>
            <pc:docMk/>
            <pc:sldMk cId="729607379" sldId="261"/>
            <ac:spMk id="3" creationId="{2CBD58DC-AEF2-254B-AFD6-090A97D0F1A1}"/>
          </ac:spMkLst>
        </pc:spChg>
      </pc:sldChg>
      <pc:sldChg chg="modSp">
        <pc:chgData name="Brian Msane" userId="S::brian.msane@etihuku.com::50e3c5f6-7d3d-43b5-a935-ced02e48000c" providerId="AD" clId="Web-{E1E7CB02-1D0C-1E63-226E-39D193277170}" dt="2024-07-12T09:12:33.879" v="294" actId="20577"/>
        <pc:sldMkLst>
          <pc:docMk/>
          <pc:sldMk cId="197294770" sldId="262"/>
        </pc:sldMkLst>
        <pc:spChg chg="mod">
          <ac:chgData name="Brian Msane" userId="S::brian.msane@etihuku.com::50e3c5f6-7d3d-43b5-a935-ced02e48000c" providerId="AD" clId="Web-{E1E7CB02-1D0C-1E63-226E-39D193277170}" dt="2024-07-12T07:34:30.323" v="214" actId="20577"/>
          <ac:spMkLst>
            <pc:docMk/>
            <pc:sldMk cId="197294770" sldId="262"/>
            <ac:spMk id="2" creationId="{708BEDBB-0E26-1EEF-BC94-AAD95B0CA863}"/>
          </ac:spMkLst>
        </pc:spChg>
        <pc:spChg chg="mod">
          <ac:chgData name="Brian Msane" userId="S::brian.msane@etihuku.com::50e3c5f6-7d3d-43b5-a935-ced02e48000c" providerId="AD" clId="Web-{E1E7CB02-1D0C-1E63-226E-39D193277170}" dt="2024-07-12T09:12:33.879" v="294" actId="20577"/>
          <ac:spMkLst>
            <pc:docMk/>
            <pc:sldMk cId="197294770" sldId="262"/>
            <ac:spMk id="3" creationId="{E090098B-DCEA-1E9F-1584-8A0E35BEBF45}"/>
          </ac:spMkLst>
        </pc:spChg>
      </pc:sldChg>
      <pc:sldChg chg="modSp">
        <pc:chgData name="Brian Msane" userId="S::brian.msane@etihuku.com::50e3c5f6-7d3d-43b5-a935-ced02e48000c" providerId="AD" clId="Web-{E1E7CB02-1D0C-1E63-226E-39D193277170}" dt="2024-07-12T07:34:39.839" v="215" actId="20577"/>
        <pc:sldMkLst>
          <pc:docMk/>
          <pc:sldMk cId="896279640" sldId="263"/>
        </pc:sldMkLst>
        <pc:spChg chg="mod">
          <ac:chgData name="Brian Msane" userId="S::brian.msane@etihuku.com::50e3c5f6-7d3d-43b5-a935-ced02e48000c" providerId="AD" clId="Web-{E1E7CB02-1D0C-1E63-226E-39D193277170}" dt="2024-07-12T07:34:39.839" v="215" actId="20577"/>
          <ac:spMkLst>
            <pc:docMk/>
            <pc:sldMk cId="896279640" sldId="263"/>
            <ac:spMk id="2" creationId="{AA312526-F958-B35D-1CEB-50F0A0B678B8}"/>
          </ac:spMkLst>
        </pc:spChg>
      </pc:sldChg>
      <pc:sldChg chg="modSp">
        <pc:chgData name="Brian Msane" userId="S::brian.msane@etihuku.com::50e3c5f6-7d3d-43b5-a935-ced02e48000c" providerId="AD" clId="Web-{E1E7CB02-1D0C-1E63-226E-39D193277170}" dt="2024-07-12T09:13:06.051" v="301" actId="20577"/>
        <pc:sldMkLst>
          <pc:docMk/>
          <pc:sldMk cId="3991879867" sldId="264"/>
        </pc:sldMkLst>
        <pc:spChg chg="mod">
          <ac:chgData name="Brian Msane" userId="S::brian.msane@etihuku.com::50e3c5f6-7d3d-43b5-a935-ced02e48000c" providerId="AD" clId="Web-{E1E7CB02-1D0C-1E63-226E-39D193277170}" dt="2024-07-12T07:34:48.636" v="216" actId="20577"/>
          <ac:spMkLst>
            <pc:docMk/>
            <pc:sldMk cId="3991879867" sldId="264"/>
            <ac:spMk id="2" creationId="{DD24B801-5284-5F8D-8F41-41ABB009FDFC}"/>
          </ac:spMkLst>
        </pc:spChg>
        <pc:spChg chg="mod">
          <ac:chgData name="Brian Msane" userId="S::brian.msane@etihuku.com::50e3c5f6-7d3d-43b5-a935-ced02e48000c" providerId="AD" clId="Web-{E1E7CB02-1D0C-1E63-226E-39D193277170}" dt="2024-07-12T09:13:06.051" v="301" actId="20577"/>
          <ac:spMkLst>
            <pc:docMk/>
            <pc:sldMk cId="3991879867" sldId="264"/>
            <ac:spMk id="3" creationId="{189A1739-C330-6164-E221-2747191C35B8}"/>
          </ac:spMkLst>
        </pc:spChg>
      </pc:sldChg>
      <pc:sldChg chg="modSp">
        <pc:chgData name="Brian Msane" userId="S::brian.msane@etihuku.com::50e3c5f6-7d3d-43b5-a935-ced02e48000c" providerId="AD" clId="Web-{E1E7CB02-1D0C-1E63-226E-39D193277170}" dt="2024-07-12T09:19:21.745" v="563" actId="14100"/>
        <pc:sldMkLst>
          <pc:docMk/>
          <pc:sldMk cId="825327135" sldId="265"/>
        </pc:sldMkLst>
        <pc:spChg chg="mod">
          <ac:chgData name="Brian Msane" userId="S::brian.msane@etihuku.com::50e3c5f6-7d3d-43b5-a935-ced02e48000c" providerId="AD" clId="Web-{E1E7CB02-1D0C-1E63-226E-39D193277170}" dt="2024-07-12T09:19:17.479" v="562" actId="14100"/>
          <ac:spMkLst>
            <pc:docMk/>
            <pc:sldMk cId="825327135" sldId="265"/>
            <ac:spMk id="2" creationId="{4FA86F04-4D0A-E316-1446-EBBD13D7BD5D}"/>
          </ac:spMkLst>
        </pc:spChg>
        <pc:spChg chg="mod">
          <ac:chgData name="Brian Msane" userId="S::brian.msane@etihuku.com::50e3c5f6-7d3d-43b5-a935-ced02e48000c" providerId="AD" clId="Web-{E1E7CB02-1D0C-1E63-226E-39D193277170}" dt="2024-07-12T09:19:21.745" v="563" actId="14100"/>
          <ac:spMkLst>
            <pc:docMk/>
            <pc:sldMk cId="825327135" sldId="265"/>
            <ac:spMk id="3" creationId="{313DED22-96E8-D149-3989-8819548EEC1E}"/>
          </ac:spMkLst>
        </pc:spChg>
      </pc:sldChg>
      <pc:sldChg chg="modSp">
        <pc:chgData name="Brian Msane" userId="S::brian.msane@etihuku.com::50e3c5f6-7d3d-43b5-a935-ced02e48000c" providerId="AD" clId="Web-{E1E7CB02-1D0C-1E63-226E-39D193277170}" dt="2024-07-12T09:18:47.291" v="561" actId="20577"/>
        <pc:sldMkLst>
          <pc:docMk/>
          <pc:sldMk cId="2619490869" sldId="266"/>
        </pc:sldMkLst>
        <pc:spChg chg="mod">
          <ac:chgData name="Brian Msane" userId="S::brian.msane@etihuku.com::50e3c5f6-7d3d-43b5-a935-ced02e48000c" providerId="AD" clId="Web-{E1E7CB02-1D0C-1E63-226E-39D193277170}" dt="2024-07-12T07:35:16.793" v="220" actId="14100"/>
          <ac:spMkLst>
            <pc:docMk/>
            <pc:sldMk cId="2619490869" sldId="266"/>
            <ac:spMk id="2" creationId="{51382348-687D-5F3B-C62D-10DBD9F08B16}"/>
          </ac:spMkLst>
        </pc:spChg>
        <pc:spChg chg="mod">
          <ac:chgData name="Brian Msane" userId="S::brian.msane@etihuku.com::50e3c5f6-7d3d-43b5-a935-ced02e48000c" providerId="AD" clId="Web-{E1E7CB02-1D0C-1E63-226E-39D193277170}" dt="2024-07-12T09:18:47.291" v="561" actId="20577"/>
          <ac:spMkLst>
            <pc:docMk/>
            <pc:sldMk cId="2619490869" sldId="266"/>
            <ac:spMk id="3" creationId="{0174BAF0-4CAE-7A1D-EB33-D99D0C91C28E}"/>
          </ac:spMkLst>
        </pc:spChg>
      </pc:sldChg>
      <pc:sldChg chg="modSp">
        <pc:chgData name="Brian Msane" userId="S::brian.msane@etihuku.com::50e3c5f6-7d3d-43b5-a935-ced02e48000c" providerId="AD" clId="Web-{E1E7CB02-1D0C-1E63-226E-39D193277170}" dt="2024-07-12T07:35:24.543" v="221" actId="20577"/>
        <pc:sldMkLst>
          <pc:docMk/>
          <pc:sldMk cId="1615132738" sldId="268"/>
        </pc:sldMkLst>
        <pc:spChg chg="mod">
          <ac:chgData name="Brian Msane" userId="S::brian.msane@etihuku.com::50e3c5f6-7d3d-43b5-a935-ced02e48000c" providerId="AD" clId="Web-{E1E7CB02-1D0C-1E63-226E-39D193277170}" dt="2024-07-12T07:35:24.543" v="221" actId="20577"/>
          <ac:spMkLst>
            <pc:docMk/>
            <pc:sldMk cId="1615132738" sldId="268"/>
            <ac:spMk id="3" creationId="{2379DFA5-AA31-6E50-90E9-072AC6697177}"/>
          </ac:spMkLst>
        </pc:spChg>
      </pc:sldChg>
      <pc:sldChg chg="addSp delSp modSp new mod setBg">
        <pc:chgData name="Brian Msane" userId="S::brian.msane@etihuku.com::50e3c5f6-7d3d-43b5-a935-ced02e48000c" providerId="AD" clId="Web-{E1E7CB02-1D0C-1E63-226E-39D193277170}" dt="2024-07-12T06:56:55.945" v="61"/>
        <pc:sldMkLst>
          <pc:docMk/>
          <pc:sldMk cId="3233412258" sldId="269"/>
        </pc:sldMkLst>
        <pc:spChg chg="mod">
          <ac:chgData name="Brian Msane" userId="S::brian.msane@etihuku.com::50e3c5f6-7d3d-43b5-a935-ced02e48000c" providerId="AD" clId="Web-{E1E7CB02-1D0C-1E63-226E-39D193277170}" dt="2024-07-12T06:56:55.945" v="61"/>
          <ac:spMkLst>
            <pc:docMk/>
            <pc:sldMk cId="3233412258" sldId="269"/>
            <ac:spMk id="2" creationId="{ADE2DC3E-1B8A-F601-FA7F-489DCB25F995}"/>
          </ac:spMkLst>
        </pc:spChg>
        <pc:spChg chg="del mod">
          <ac:chgData name="Brian Msane" userId="S::brian.msane@etihuku.com::50e3c5f6-7d3d-43b5-a935-ced02e48000c" providerId="AD" clId="Web-{E1E7CB02-1D0C-1E63-226E-39D193277170}" dt="2024-07-12T06:56:55.945" v="61"/>
          <ac:spMkLst>
            <pc:docMk/>
            <pc:sldMk cId="3233412258" sldId="269"/>
            <ac:spMk id="3" creationId="{77538BC4-6B38-DF10-F262-1FAFDCF2CB84}"/>
          </ac:spMkLst>
        </pc:spChg>
        <pc:spChg chg="add">
          <ac:chgData name="Brian Msane" userId="S::brian.msane@etihuku.com::50e3c5f6-7d3d-43b5-a935-ced02e48000c" providerId="AD" clId="Web-{E1E7CB02-1D0C-1E63-226E-39D193277170}" dt="2024-07-12T06:56:55.945" v="61"/>
          <ac:spMkLst>
            <pc:docMk/>
            <pc:sldMk cId="3233412258" sldId="269"/>
            <ac:spMk id="9" creationId="{BACC6370-2D7E-4714-9D71-7542949D7D5D}"/>
          </ac:spMkLst>
        </pc:spChg>
        <pc:spChg chg="add">
          <ac:chgData name="Brian Msane" userId="S::brian.msane@etihuku.com::50e3c5f6-7d3d-43b5-a935-ced02e48000c" providerId="AD" clId="Web-{E1E7CB02-1D0C-1E63-226E-39D193277170}" dt="2024-07-12T06:56:55.945" v="61"/>
          <ac:spMkLst>
            <pc:docMk/>
            <pc:sldMk cId="3233412258" sldId="269"/>
            <ac:spMk id="11" creationId="{256B2C21-A230-48C0-8DF1-C46611373C44}"/>
          </ac:spMkLst>
        </pc:spChg>
        <pc:spChg chg="add">
          <ac:chgData name="Brian Msane" userId="S::brian.msane@etihuku.com::50e3c5f6-7d3d-43b5-a935-ced02e48000c" providerId="AD" clId="Web-{E1E7CB02-1D0C-1E63-226E-39D193277170}" dt="2024-07-12T06:56:55.945" v="61"/>
          <ac:spMkLst>
            <pc:docMk/>
            <pc:sldMk cId="3233412258" sldId="269"/>
            <ac:spMk id="13" creationId="{3847E18C-932D-4C95-AABA-FEC7C9499AD7}"/>
          </ac:spMkLst>
        </pc:spChg>
        <pc:spChg chg="add">
          <ac:chgData name="Brian Msane" userId="S::brian.msane@etihuku.com::50e3c5f6-7d3d-43b5-a935-ced02e48000c" providerId="AD" clId="Web-{E1E7CB02-1D0C-1E63-226E-39D193277170}" dt="2024-07-12T06:56:55.945" v="61"/>
          <ac:spMkLst>
            <pc:docMk/>
            <pc:sldMk cId="3233412258" sldId="269"/>
            <ac:spMk id="15" creationId="{3150CB11-0C61-439E-910F-5787759E72A0}"/>
          </ac:spMkLst>
        </pc:spChg>
        <pc:spChg chg="add">
          <ac:chgData name="Brian Msane" userId="S::brian.msane@etihuku.com::50e3c5f6-7d3d-43b5-a935-ced02e48000c" providerId="AD" clId="Web-{E1E7CB02-1D0C-1E63-226E-39D193277170}" dt="2024-07-12T06:56:55.945" v="61"/>
          <ac:spMkLst>
            <pc:docMk/>
            <pc:sldMk cId="3233412258" sldId="269"/>
            <ac:spMk id="17" creationId="{43F8A58B-5155-44CE-A5FF-7647B47D0A7A}"/>
          </ac:spMkLst>
        </pc:spChg>
        <pc:spChg chg="add">
          <ac:chgData name="Brian Msane" userId="S::brian.msane@etihuku.com::50e3c5f6-7d3d-43b5-a935-ced02e48000c" providerId="AD" clId="Web-{E1E7CB02-1D0C-1E63-226E-39D193277170}" dt="2024-07-12T06:56:55.945" v="61"/>
          <ac:spMkLst>
            <pc:docMk/>
            <pc:sldMk cId="3233412258" sldId="269"/>
            <ac:spMk id="19" creationId="{443F2ACA-E6D6-4028-82DD-F03C262D5DE6}"/>
          </ac:spMkLst>
        </pc:spChg>
        <pc:graphicFrameChg chg="add">
          <ac:chgData name="Brian Msane" userId="S::brian.msane@etihuku.com::50e3c5f6-7d3d-43b5-a935-ced02e48000c" providerId="AD" clId="Web-{E1E7CB02-1D0C-1E63-226E-39D193277170}" dt="2024-07-12T06:56:55.945" v="61"/>
          <ac:graphicFrameMkLst>
            <pc:docMk/>
            <pc:sldMk cId="3233412258" sldId="269"/>
            <ac:graphicFrameMk id="5" creationId="{373FDCFF-27C4-D884-2859-750B607BBBA7}"/>
          </ac:graphicFrameMkLst>
        </pc:graphicFrameChg>
      </pc:sldChg>
    </pc:docChg>
  </pc:docChgLst>
  <pc:docChgLst>
    <pc:chgData name="Brian Msane" userId="S::brian.msane@etihuku.com::50e3c5f6-7d3d-43b5-a935-ced02e48000c" providerId="AD" clId="Web-{41AC8F1D-2145-8BAD-295E-518B84E09A42}"/>
    <pc:docChg chg="addSld modSld">
      <pc:chgData name="Brian Msane" userId="S::brian.msane@etihuku.com::50e3c5f6-7d3d-43b5-a935-ced02e48000c" providerId="AD" clId="Web-{41AC8F1D-2145-8BAD-295E-518B84E09A42}" dt="2024-07-11T11:09:26.905" v="1498" actId="20577"/>
      <pc:docMkLst>
        <pc:docMk/>
      </pc:docMkLst>
      <pc:sldChg chg="modSp">
        <pc:chgData name="Brian Msane" userId="S::brian.msane@etihuku.com::50e3c5f6-7d3d-43b5-a935-ced02e48000c" providerId="AD" clId="Web-{41AC8F1D-2145-8BAD-295E-518B84E09A42}" dt="2024-07-11T10:45:10.079" v="1376" actId="20577"/>
        <pc:sldMkLst>
          <pc:docMk/>
          <pc:sldMk cId="2683114092" sldId="258"/>
        </pc:sldMkLst>
        <pc:spChg chg="mod">
          <ac:chgData name="Brian Msane" userId="S::brian.msane@etihuku.com::50e3c5f6-7d3d-43b5-a935-ced02e48000c" providerId="AD" clId="Web-{41AC8F1D-2145-8BAD-295E-518B84E09A42}" dt="2024-07-11T10:44:08.969" v="1374" actId="20577"/>
          <ac:spMkLst>
            <pc:docMk/>
            <pc:sldMk cId="2683114092" sldId="258"/>
            <ac:spMk id="2" creationId="{F9E821FC-5E14-34CC-C31A-4EFC1DCBFC9F}"/>
          </ac:spMkLst>
        </pc:spChg>
        <pc:spChg chg="mod">
          <ac:chgData name="Brian Msane" userId="S::brian.msane@etihuku.com::50e3c5f6-7d3d-43b5-a935-ced02e48000c" providerId="AD" clId="Web-{41AC8F1D-2145-8BAD-295E-518B84E09A42}" dt="2024-07-11T10:45:10.079" v="1376" actId="20577"/>
          <ac:spMkLst>
            <pc:docMk/>
            <pc:sldMk cId="2683114092" sldId="258"/>
            <ac:spMk id="3" creationId="{9A09AD89-DB19-F8EE-362E-CBD35A66D692}"/>
          </ac:spMkLst>
        </pc:spChg>
      </pc:sldChg>
      <pc:sldChg chg="modSp">
        <pc:chgData name="Brian Msane" userId="S::brian.msane@etihuku.com::50e3c5f6-7d3d-43b5-a935-ced02e48000c" providerId="AD" clId="Web-{41AC8F1D-2145-8BAD-295E-518B84E09A42}" dt="2024-07-11T10:59:22.440" v="1480" actId="20577"/>
        <pc:sldMkLst>
          <pc:docMk/>
          <pc:sldMk cId="1484645666" sldId="259"/>
        </pc:sldMkLst>
        <pc:spChg chg="mod">
          <ac:chgData name="Brian Msane" userId="S::brian.msane@etihuku.com::50e3c5f6-7d3d-43b5-a935-ced02e48000c" providerId="AD" clId="Web-{41AC8F1D-2145-8BAD-295E-518B84E09A42}" dt="2024-07-11T10:50:38.461" v="1441" actId="20577"/>
          <ac:spMkLst>
            <pc:docMk/>
            <pc:sldMk cId="1484645666" sldId="259"/>
            <ac:spMk id="2" creationId="{5BA00725-0D06-B67C-50FB-828510B48672}"/>
          </ac:spMkLst>
        </pc:spChg>
        <pc:spChg chg="mod">
          <ac:chgData name="Brian Msane" userId="S::brian.msane@etihuku.com::50e3c5f6-7d3d-43b5-a935-ced02e48000c" providerId="AD" clId="Web-{41AC8F1D-2145-8BAD-295E-518B84E09A42}" dt="2024-07-11T10:59:22.440" v="1480" actId="20577"/>
          <ac:spMkLst>
            <pc:docMk/>
            <pc:sldMk cId="1484645666" sldId="259"/>
            <ac:spMk id="3" creationId="{0F6A8AA0-8238-450E-CCEB-7653484A94F1}"/>
          </ac:spMkLst>
        </pc:spChg>
      </pc:sldChg>
      <pc:sldChg chg="addSp delSp modSp mod setBg">
        <pc:chgData name="Brian Msane" userId="S::brian.msane@etihuku.com::50e3c5f6-7d3d-43b5-a935-ced02e48000c" providerId="AD" clId="Web-{41AC8F1D-2145-8BAD-295E-518B84E09A42}" dt="2024-07-11T10:50:57.539" v="1443" actId="20577"/>
        <pc:sldMkLst>
          <pc:docMk/>
          <pc:sldMk cId="2192071108" sldId="260"/>
        </pc:sldMkLst>
        <pc:spChg chg="mod">
          <ac:chgData name="Brian Msane" userId="S::brian.msane@etihuku.com::50e3c5f6-7d3d-43b5-a935-ced02e48000c" providerId="AD" clId="Web-{41AC8F1D-2145-8BAD-295E-518B84E09A42}" dt="2024-07-11T10:50:57.539" v="1443" actId="20577"/>
          <ac:spMkLst>
            <pc:docMk/>
            <pc:sldMk cId="2192071108" sldId="260"/>
            <ac:spMk id="2" creationId="{6DC0BAF6-AA5F-23E0-10B6-9E7266A900D9}"/>
          </ac:spMkLst>
        </pc:spChg>
        <pc:spChg chg="del">
          <ac:chgData name="Brian Msane" userId="S::brian.msane@etihuku.com::50e3c5f6-7d3d-43b5-a935-ced02e48000c" providerId="AD" clId="Web-{41AC8F1D-2145-8BAD-295E-518B84E09A42}" dt="2024-07-11T07:52:47.803" v="108"/>
          <ac:spMkLst>
            <pc:docMk/>
            <pc:sldMk cId="2192071108" sldId="260"/>
            <ac:spMk id="3" creationId="{5E894B54-CBDB-DDDE-EBE9-12808588F5F7}"/>
          </ac:spMkLst>
        </pc:spChg>
        <pc:spChg chg="add del mod">
          <ac:chgData name="Brian Msane" userId="S::brian.msane@etihuku.com::50e3c5f6-7d3d-43b5-a935-ced02e48000c" providerId="AD" clId="Web-{41AC8F1D-2145-8BAD-295E-518B84E09A42}" dt="2024-07-11T07:58:44.400" v="133"/>
          <ac:spMkLst>
            <pc:docMk/>
            <pc:sldMk cId="2192071108" sldId="260"/>
            <ac:spMk id="8" creationId="{C2D2F8B5-EBE0-8023-70C6-9BD2DF7E4471}"/>
          </ac:spMkLst>
        </pc:spChg>
        <pc:spChg chg="add del">
          <ac:chgData name="Brian Msane" userId="S::brian.msane@etihuku.com::50e3c5f6-7d3d-43b5-a935-ced02e48000c" providerId="AD" clId="Web-{41AC8F1D-2145-8BAD-295E-518B84E09A42}" dt="2024-07-11T07:53:40.148" v="118"/>
          <ac:spMkLst>
            <pc:docMk/>
            <pc:sldMk cId="2192071108" sldId="260"/>
            <ac:spMk id="11" creationId="{0B9EE3F3-89B7-43C3-8651-C4C96830993D}"/>
          </ac:spMkLst>
        </pc:spChg>
        <pc:spChg chg="add del">
          <ac:chgData name="Brian Msane" userId="S::brian.msane@etihuku.com::50e3c5f6-7d3d-43b5-a935-ced02e48000c" providerId="AD" clId="Web-{41AC8F1D-2145-8BAD-295E-518B84E09A42}" dt="2024-07-11T07:53:40.148" v="118"/>
          <ac:spMkLst>
            <pc:docMk/>
            <pc:sldMk cId="2192071108" sldId="260"/>
            <ac:spMk id="13" creationId="{33AE4636-AEEC-45D6-84D4-7AC2DA48ECF8}"/>
          </ac:spMkLst>
        </pc:spChg>
        <pc:spChg chg="add del">
          <ac:chgData name="Brian Msane" userId="S::brian.msane@etihuku.com::50e3c5f6-7d3d-43b5-a935-ced02e48000c" providerId="AD" clId="Web-{41AC8F1D-2145-8BAD-295E-518B84E09A42}" dt="2024-07-11T07:53:40.148" v="118"/>
          <ac:spMkLst>
            <pc:docMk/>
            <pc:sldMk cId="2192071108" sldId="260"/>
            <ac:spMk id="15" creationId="{8D9CE0F4-2EB2-4F1F-8AAC-DB3571D9FE10}"/>
          </ac:spMkLst>
        </pc:spChg>
        <pc:spChg chg="add del">
          <ac:chgData name="Brian Msane" userId="S::brian.msane@etihuku.com::50e3c5f6-7d3d-43b5-a935-ced02e48000c" providerId="AD" clId="Web-{41AC8F1D-2145-8BAD-295E-518B84E09A42}" dt="2024-07-11T07:53:40.132" v="117"/>
          <ac:spMkLst>
            <pc:docMk/>
            <pc:sldMk cId="2192071108" sldId="260"/>
            <ac:spMk id="20" creationId="{2B97F24A-32CE-4C1C-A50D-3016B394DCFB}"/>
          </ac:spMkLst>
        </pc:spChg>
        <pc:spChg chg="add del">
          <ac:chgData name="Brian Msane" userId="S::brian.msane@etihuku.com::50e3c5f6-7d3d-43b5-a935-ced02e48000c" providerId="AD" clId="Web-{41AC8F1D-2145-8BAD-295E-518B84E09A42}" dt="2024-07-11T07:53:40.132" v="117"/>
          <ac:spMkLst>
            <pc:docMk/>
            <pc:sldMk cId="2192071108" sldId="260"/>
            <ac:spMk id="22" creationId="{CD8B4F24-440B-49E9-B85D-733523DC064B}"/>
          </ac:spMkLst>
        </pc:spChg>
        <pc:spChg chg="add del">
          <ac:chgData name="Brian Msane" userId="S::brian.msane@etihuku.com::50e3c5f6-7d3d-43b5-a935-ced02e48000c" providerId="AD" clId="Web-{41AC8F1D-2145-8BAD-295E-518B84E09A42}" dt="2024-07-11T07:55:35.539" v="131"/>
          <ac:spMkLst>
            <pc:docMk/>
            <pc:sldMk cId="2192071108" sldId="260"/>
            <ac:spMk id="24" creationId="{8D9CE0F4-2EB2-4F1F-8AAC-DB3571D9FE10}"/>
          </ac:spMkLst>
        </pc:spChg>
        <pc:spChg chg="add del">
          <ac:chgData name="Brian Msane" userId="S::brian.msane@etihuku.com::50e3c5f6-7d3d-43b5-a935-ced02e48000c" providerId="AD" clId="Web-{41AC8F1D-2145-8BAD-295E-518B84E09A42}" dt="2024-07-11T07:55:35.539" v="131"/>
          <ac:spMkLst>
            <pc:docMk/>
            <pc:sldMk cId="2192071108" sldId="260"/>
            <ac:spMk id="25" creationId="{0B9EE3F3-89B7-43C3-8651-C4C96830993D}"/>
          </ac:spMkLst>
        </pc:spChg>
        <pc:spChg chg="add del">
          <ac:chgData name="Brian Msane" userId="S::brian.msane@etihuku.com::50e3c5f6-7d3d-43b5-a935-ced02e48000c" providerId="AD" clId="Web-{41AC8F1D-2145-8BAD-295E-518B84E09A42}" dt="2024-07-11T07:55:35.539" v="131"/>
          <ac:spMkLst>
            <pc:docMk/>
            <pc:sldMk cId="2192071108" sldId="260"/>
            <ac:spMk id="26" creationId="{33AE4636-AEEC-45D6-84D4-7AC2DA48ECF8}"/>
          </ac:spMkLst>
        </pc:spChg>
        <pc:spChg chg="add del">
          <ac:chgData name="Brian Msane" userId="S::brian.msane@etihuku.com::50e3c5f6-7d3d-43b5-a935-ced02e48000c" providerId="AD" clId="Web-{41AC8F1D-2145-8BAD-295E-518B84E09A42}" dt="2024-07-11T07:59:07.869" v="135"/>
          <ac:spMkLst>
            <pc:docMk/>
            <pc:sldMk cId="2192071108" sldId="260"/>
            <ac:spMk id="31" creationId="{2B97F24A-32CE-4C1C-A50D-3016B394DCFB}"/>
          </ac:spMkLst>
        </pc:spChg>
        <pc:spChg chg="add del">
          <ac:chgData name="Brian Msane" userId="S::brian.msane@etihuku.com::50e3c5f6-7d3d-43b5-a935-ced02e48000c" providerId="AD" clId="Web-{41AC8F1D-2145-8BAD-295E-518B84E09A42}" dt="2024-07-11T07:59:07.869" v="135"/>
          <ac:spMkLst>
            <pc:docMk/>
            <pc:sldMk cId="2192071108" sldId="260"/>
            <ac:spMk id="33" creationId="{6357EC4F-235E-4222-A36F-C7878ACE37F2}"/>
          </ac:spMkLst>
        </pc:spChg>
        <pc:spChg chg="add mod">
          <ac:chgData name="Brian Msane" userId="S::brian.msane@etihuku.com::50e3c5f6-7d3d-43b5-a935-ced02e48000c" providerId="AD" clId="Web-{41AC8F1D-2145-8BAD-295E-518B84E09A42}" dt="2024-07-11T08:21:11.036" v="258" actId="20577"/>
          <ac:spMkLst>
            <pc:docMk/>
            <pc:sldMk cId="2192071108" sldId="260"/>
            <ac:spMk id="37" creationId="{695C884A-F31B-F749-1DF7-F47869554C39}"/>
          </ac:spMkLst>
        </pc:spChg>
        <pc:spChg chg="add">
          <ac:chgData name="Brian Msane" userId="S::brian.msane@etihuku.com::50e3c5f6-7d3d-43b5-a935-ced02e48000c" providerId="AD" clId="Web-{41AC8F1D-2145-8BAD-295E-518B84E09A42}" dt="2024-07-11T07:59:07.869" v="135"/>
          <ac:spMkLst>
            <pc:docMk/>
            <pc:sldMk cId="2192071108" sldId="260"/>
            <ac:spMk id="40" creationId="{2B97F24A-32CE-4C1C-A50D-3016B394DCFB}"/>
          </ac:spMkLst>
        </pc:spChg>
        <pc:spChg chg="add">
          <ac:chgData name="Brian Msane" userId="S::brian.msane@etihuku.com::50e3c5f6-7d3d-43b5-a935-ced02e48000c" providerId="AD" clId="Web-{41AC8F1D-2145-8BAD-295E-518B84E09A42}" dt="2024-07-11T07:59:07.869" v="135"/>
          <ac:spMkLst>
            <pc:docMk/>
            <pc:sldMk cId="2192071108" sldId="260"/>
            <ac:spMk id="42" creationId="{CD8B4F24-440B-49E9-B85D-733523DC064B}"/>
          </ac:spMkLst>
        </pc:spChg>
        <pc:picChg chg="add del mod ord">
          <ac:chgData name="Brian Msane" userId="S::brian.msane@etihuku.com::50e3c5f6-7d3d-43b5-a935-ced02e48000c" providerId="AD" clId="Web-{41AC8F1D-2145-8BAD-295E-518B84E09A42}" dt="2024-07-11T07:57:35.353" v="132"/>
          <ac:picMkLst>
            <pc:docMk/>
            <pc:sldMk cId="2192071108" sldId="260"/>
            <ac:picMk id="4" creationId="{05D374CA-54D1-3430-6FC0-CBA45CD69F58}"/>
          </ac:picMkLst>
        </pc:picChg>
        <pc:picChg chg="add mod ord">
          <ac:chgData name="Brian Msane" userId="S::brian.msane@etihuku.com::50e3c5f6-7d3d-43b5-a935-ced02e48000c" providerId="AD" clId="Web-{41AC8F1D-2145-8BAD-295E-518B84E09A42}" dt="2024-07-11T08:19:00.472" v="243" actId="1076"/>
          <ac:picMkLst>
            <pc:docMk/>
            <pc:sldMk cId="2192071108" sldId="260"/>
            <ac:picMk id="5" creationId="{CCE75EC9-EE28-5138-3945-85EEFC6F94D7}"/>
          </ac:picMkLst>
        </pc:picChg>
      </pc:sldChg>
      <pc:sldChg chg="modSp">
        <pc:chgData name="Brian Msane" userId="S::brian.msane@etihuku.com::50e3c5f6-7d3d-43b5-a935-ced02e48000c" providerId="AD" clId="Web-{41AC8F1D-2145-8BAD-295E-518B84E09A42}" dt="2024-07-11T10:36:47.851" v="1261" actId="20577"/>
        <pc:sldMkLst>
          <pc:docMk/>
          <pc:sldMk cId="729607379" sldId="261"/>
        </pc:sldMkLst>
        <pc:spChg chg="mod">
          <ac:chgData name="Brian Msane" userId="S::brian.msane@etihuku.com::50e3c5f6-7d3d-43b5-a935-ced02e48000c" providerId="AD" clId="Web-{41AC8F1D-2145-8BAD-295E-518B84E09A42}" dt="2024-07-11T10:36:47.851" v="1261" actId="20577"/>
          <ac:spMkLst>
            <pc:docMk/>
            <pc:sldMk cId="729607379" sldId="261"/>
            <ac:spMk id="2" creationId="{4E070156-0F26-BD26-FBAF-4FAC4F1B9040}"/>
          </ac:spMkLst>
        </pc:spChg>
        <pc:spChg chg="mod">
          <ac:chgData name="Brian Msane" userId="S::brian.msane@etihuku.com::50e3c5f6-7d3d-43b5-a935-ced02e48000c" providerId="AD" clId="Web-{41AC8F1D-2145-8BAD-295E-518B84E09A42}" dt="2024-07-11T10:36:36.866" v="1260" actId="20577"/>
          <ac:spMkLst>
            <pc:docMk/>
            <pc:sldMk cId="729607379" sldId="261"/>
            <ac:spMk id="3" creationId="{2CBD58DC-AEF2-254B-AFD6-090A97D0F1A1}"/>
          </ac:spMkLst>
        </pc:spChg>
      </pc:sldChg>
      <pc:sldChg chg="modSp">
        <pc:chgData name="Brian Msane" userId="S::brian.msane@etihuku.com::50e3c5f6-7d3d-43b5-a935-ced02e48000c" providerId="AD" clId="Web-{41AC8F1D-2145-8BAD-295E-518B84E09A42}" dt="2024-07-11T11:03:29.414" v="1496" actId="20577"/>
        <pc:sldMkLst>
          <pc:docMk/>
          <pc:sldMk cId="197294770" sldId="262"/>
        </pc:sldMkLst>
        <pc:spChg chg="mod">
          <ac:chgData name="Brian Msane" userId="S::brian.msane@etihuku.com::50e3c5f6-7d3d-43b5-a935-ced02e48000c" providerId="AD" clId="Web-{41AC8F1D-2145-8BAD-295E-518B84E09A42}" dt="2024-07-11T10:51:08.493" v="1444" actId="20577"/>
          <ac:spMkLst>
            <pc:docMk/>
            <pc:sldMk cId="197294770" sldId="262"/>
            <ac:spMk id="2" creationId="{708BEDBB-0E26-1EEF-BC94-AAD95B0CA863}"/>
          </ac:spMkLst>
        </pc:spChg>
        <pc:spChg chg="mod">
          <ac:chgData name="Brian Msane" userId="S::brian.msane@etihuku.com::50e3c5f6-7d3d-43b5-a935-ced02e48000c" providerId="AD" clId="Web-{41AC8F1D-2145-8BAD-295E-518B84E09A42}" dt="2024-07-11T11:03:29.414" v="1496" actId="20577"/>
          <ac:spMkLst>
            <pc:docMk/>
            <pc:sldMk cId="197294770" sldId="262"/>
            <ac:spMk id="3" creationId="{E090098B-DCEA-1E9F-1584-8A0E35BEBF45}"/>
          </ac:spMkLst>
        </pc:spChg>
      </pc:sldChg>
      <pc:sldChg chg="modSp">
        <pc:chgData name="Brian Msane" userId="S::brian.msane@etihuku.com::50e3c5f6-7d3d-43b5-a935-ced02e48000c" providerId="AD" clId="Web-{41AC8F1D-2145-8BAD-295E-518B84E09A42}" dt="2024-07-11T11:09:26.905" v="1498" actId="20577"/>
        <pc:sldMkLst>
          <pc:docMk/>
          <pc:sldMk cId="896279640" sldId="263"/>
        </pc:sldMkLst>
        <pc:spChg chg="mod">
          <ac:chgData name="Brian Msane" userId="S::brian.msane@etihuku.com::50e3c5f6-7d3d-43b5-a935-ced02e48000c" providerId="AD" clId="Web-{41AC8F1D-2145-8BAD-295E-518B84E09A42}" dt="2024-07-11T10:51:52.244" v="1450" actId="20577"/>
          <ac:spMkLst>
            <pc:docMk/>
            <pc:sldMk cId="896279640" sldId="263"/>
            <ac:spMk id="2" creationId="{AA312526-F958-B35D-1CEB-50F0A0B678B8}"/>
          </ac:spMkLst>
        </pc:spChg>
        <pc:spChg chg="mod">
          <ac:chgData name="Brian Msane" userId="S::brian.msane@etihuku.com::50e3c5f6-7d3d-43b5-a935-ced02e48000c" providerId="AD" clId="Web-{41AC8F1D-2145-8BAD-295E-518B84E09A42}" dt="2024-07-11T11:09:26.905" v="1498" actId="20577"/>
          <ac:spMkLst>
            <pc:docMk/>
            <pc:sldMk cId="896279640" sldId="263"/>
            <ac:spMk id="3" creationId="{F438FE49-9E9A-F995-83FA-5A33FEA2C45A}"/>
          </ac:spMkLst>
        </pc:spChg>
      </pc:sldChg>
      <pc:sldChg chg="modSp">
        <pc:chgData name="Brian Msane" userId="S::brian.msane@etihuku.com::50e3c5f6-7d3d-43b5-a935-ced02e48000c" providerId="AD" clId="Web-{41AC8F1D-2145-8BAD-295E-518B84E09A42}" dt="2024-07-11T10:52:01.853" v="1451" actId="20577"/>
        <pc:sldMkLst>
          <pc:docMk/>
          <pc:sldMk cId="3991879867" sldId="264"/>
        </pc:sldMkLst>
        <pc:spChg chg="mod">
          <ac:chgData name="Brian Msane" userId="S::brian.msane@etihuku.com::50e3c5f6-7d3d-43b5-a935-ced02e48000c" providerId="AD" clId="Web-{41AC8F1D-2145-8BAD-295E-518B84E09A42}" dt="2024-07-11T10:52:01.853" v="1451" actId="20577"/>
          <ac:spMkLst>
            <pc:docMk/>
            <pc:sldMk cId="3991879867" sldId="264"/>
            <ac:spMk id="2" creationId="{DD24B801-5284-5F8D-8F41-41ABB009FDFC}"/>
          </ac:spMkLst>
        </pc:spChg>
        <pc:spChg chg="mod">
          <ac:chgData name="Brian Msane" userId="S::brian.msane@etihuku.com::50e3c5f6-7d3d-43b5-a935-ced02e48000c" providerId="AD" clId="Web-{41AC8F1D-2145-8BAD-295E-518B84E09A42}" dt="2024-07-11T09:46:34.831" v="969" actId="20577"/>
          <ac:spMkLst>
            <pc:docMk/>
            <pc:sldMk cId="3991879867" sldId="264"/>
            <ac:spMk id="3" creationId="{189A1739-C330-6164-E221-2747191C35B8}"/>
          </ac:spMkLst>
        </pc:spChg>
      </pc:sldChg>
      <pc:sldChg chg="modSp">
        <pc:chgData name="Brian Msane" userId="S::brian.msane@etihuku.com::50e3c5f6-7d3d-43b5-a935-ced02e48000c" providerId="AD" clId="Web-{41AC8F1D-2145-8BAD-295E-518B84E09A42}" dt="2024-07-11T10:52:19.119" v="1453" actId="20577"/>
        <pc:sldMkLst>
          <pc:docMk/>
          <pc:sldMk cId="825327135" sldId="265"/>
        </pc:sldMkLst>
        <pc:spChg chg="mod">
          <ac:chgData name="Brian Msane" userId="S::brian.msane@etihuku.com::50e3c5f6-7d3d-43b5-a935-ced02e48000c" providerId="AD" clId="Web-{41AC8F1D-2145-8BAD-295E-518B84E09A42}" dt="2024-07-11T10:52:19.119" v="1453" actId="20577"/>
          <ac:spMkLst>
            <pc:docMk/>
            <pc:sldMk cId="825327135" sldId="265"/>
            <ac:spMk id="2" creationId="{4FA86F04-4D0A-E316-1446-EBBD13D7BD5D}"/>
          </ac:spMkLst>
        </pc:spChg>
        <pc:spChg chg="mod">
          <ac:chgData name="Brian Msane" userId="S::brian.msane@etihuku.com::50e3c5f6-7d3d-43b5-a935-ced02e48000c" providerId="AD" clId="Web-{41AC8F1D-2145-8BAD-295E-518B84E09A42}" dt="2024-07-11T10:04:26.414" v="1062" actId="20577"/>
          <ac:spMkLst>
            <pc:docMk/>
            <pc:sldMk cId="825327135" sldId="265"/>
            <ac:spMk id="3" creationId="{313DED22-96E8-D149-3989-8819548EEC1E}"/>
          </ac:spMkLst>
        </pc:spChg>
      </pc:sldChg>
      <pc:sldChg chg="modSp">
        <pc:chgData name="Brian Msane" userId="S::brian.msane@etihuku.com::50e3c5f6-7d3d-43b5-a935-ced02e48000c" providerId="AD" clId="Web-{41AC8F1D-2145-8BAD-295E-518B84E09A42}" dt="2024-07-11T10:52:51.510" v="1460" actId="14100"/>
        <pc:sldMkLst>
          <pc:docMk/>
          <pc:sldMk cId="2619490869" sldId="266"/>
        </pc:sldMkLst>
        <pc:spChg chg="mod">
          <ac:chgData name="Brian Msane" userId="S::brian.msane@etihuku.com::50e3c5f6-7d3d-43b5-a935-ced02e48000c" providerId="AD" clId="Web-{41AC8F1D-2145-8BAD-295E-518B84E09A42}" dt="2024-07-11T10:52:51.510" v="1460" actId="14100"/>
          <ac:spMkLst>
            <pc:docMk/>
            <pc:sldMk cId="2619490869" sldId="266"/>
            <ac:spMk id="2" creationId="{51382348-687D-5F3B-C62D-10DBD9F08B16}"/>
          </ac:spMkLst>
        </pc:spChg>
        <pc:spChg chg="mod">
          <ac:chgData name="Brian Msane" userId="S::brian.msane@etihuku.com::50e3c5f6-7d3d-43b5-a935-ced02e48000c" providerId="AD" clId="Web-{41AC8F1D-2145-8BAD-295E-518B84E09A42}" dt="2024-07-11T09:46:34.721" v="967" actId="20577"/>
          <ac:spMkLst>
            <pc:docMk/>
            <pc:sldMk cId="2619490869" sldId="266"/>
            <ac:spMk id="3" creationId="{0174BAF0-4CAE-7A1D-EB33-D99D0C91C28E}"/>
          </ac:spMkLst>
        </pc:spChg>
      </pc:sldChg>
      <pc:sldChg chg="delSp modSp new">
        <pc:chgData name="Brian Msane" userId="S::brian.msane@etihuku.com::50e3c5f6-7d3d-43b5-a935-ced02e48000c" providerId="AD" clId="Web-{41AC8F1D-2145-8BAD-295E-518B84E09A42}" dt="2024-07-11T09:32:47.207" v="914"/>
        <pc:sldMkLst>
          <pc:docMk/>
          <pc:sldMk cId="1615132738" sldId="268"/>
        </pc:sldMkLst>
        <pc:spChg chg="del mod">
          <ac:chgData name="Brian Msane" userId="S::brian.msane@etihuku.com::50e3c5f6-7d3d-43b5-a935-ced02e48000c" providerId="AD" clId="Web-{41AC8F1D-2145-8BAD-295E-518B84E09A42}" dt="2024-07-11T09:32:47.207" v="914"/>
          <ac:spMkLst>
            <pc:docMk/>
            <pc:sldMk cId="1615132738" sldId="268"/>
            <ac:spMk id="2" creationId="{551BAF74-C03A-1BE4-7B36-952361642121}"/>
          </ac:spMkLst>
        </pc:spChg>
        <pc:spChg chg="mod">
          <ac:chgData name="Brian Msane" userId="S::brian.msane@etihuku.com::50e3c5f6-7d3d-43b5-a935-ced02e48000c" providerId="AD" clId="Web-{41AC8F1D-2145-8BAD-295E-518B84E09A42}" dt="2024-07-11T09:32:29.222" v="912" actId="1076"/>
          <ac:spMkLst>
            <pc:docMk/>
            <pc:sldMk cId="1615132738" sldId="268"/>
            <ac:spMk id="3" creationId="{2379DFA5-AA31-6E50-90E9-072AC6697177}"/>
          </ac:spMkLst>
        </pc:spChg>
      </pc:sldChg>
    </pc:docChg>
  </pc:docChgLst>
  <pc:docChgLst>
    <pc:chgData name="Brian Msane" userId="S::brian.msane@etihuku.com::50e3c5f6-7d3d-43b5-a935-ced02e48000c" providerId="AD" clId="Web-{41577D6C-CA74-EF7D-9EAC-AB6E7853EBC0}"/>
    <pc:docChg chg="addSld delSld modSld sldOrd">
      <pc:chgData name="Brian Msane" userId="S::brian.msane@etihuku.com::50e3c5f6-7d3d-43b5-a935-ced02e48000c" providerId="AD" clId="Web-{41577D6C-CA74-EF7D-9EAC-AB6E7853EBC0}" dt="2024-07-10T10:14:01.422" v="168" actId="20577"/>
      <pc:docMkLst>
        <pc:docMk/>
      </pc:docMkLst>
      <pc:sldChg chg="addSp delSp modSp del mod setBg">
        <pc:chgData name="Brian Msane" userId="S::brian.msane@etihuku.com::50e3c5f6-7d3d-43b5-a935-ced02e48000c" providerId="AD" clId="Web-{41577D6C-CA74-EF7D-9EAC-AB6E7853EBC0}" dt="2024-07-10T10:09:36.430" v="65"/>
        <pc:sldMkLst>
          <pc:docMk/>
          <pc:sldMk cId="109857222" sldId="256"/>
        </pc:sldMkLst>
        <pc:spChg chg="mod">
          <ac:chgData name="Brian Msane" userId="S::brian.msane@etihuku.com::50e3c5f6-7d3d-43b5-a935-ced02e48000c" providerId="AD" clId="Web-{41577D6C-CA74-EF7D-9EAC-AB6E7853EBC0}" dt="2024-07-10T10:08:49.726" v="64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Brian Msane" userId="S::brian.msane@etihuku.com::50e3c5f6-7d3d-43b5-a935-ced02e48000c" providerId="AD" clId="Web-{41577D6C-CA74-EF7D-9EAC-AB6E7853EBC0}" dt="2024-07-10T10:08:49.726" v="64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Brian Msane" userId="S::brian.msane@etihuku.com::50e3c5f6-7d3d-43b5-a935-ced02e48000c" providerId="AD" clId="Web-{41577D6C-CA74-EF7D-9EAC-AB6E7853EBC0}" dt="2024-07-10T10:08:49.679" v="63"/>
          <ac:spMkLst>
            <pc:docMk/>
            <pc:sldMk cId="109857222" sldId="256"/>
            <ac:spMk id="9" creationId="{C1DD1A8A-57D5-4A81-AD04-532B043C5611}"/>
          </ac:spMkLst>
        </pc:spChg>
        <pc:spChg chg="add del">
          <ac:chgData name="Brian Msane" userId="S::brian.msane@etihuku.com::50e3c5f6-7d3d-43b5-a935-ced02e48000c" providerId="AD" clId="Web-{41577D6C-CA74-EF7D-9EAC-AB6E7853EBC0}" dt="2024-07-10T10:08:49.679" v="63"/>
          <ac:spMkLst>
            <pc:docMk/>
            <pc:sldMk cId="109857222" sldId="256"/>
            <ac:spMk id="11" creationId="{007891EC-4501-44ED-A8C8-B11B6DB767AB}"/>
          </ac:spMkLst>
        </pc:spChg>
        <pc:spChg chg="add">
          <ac:chgData name="Brian Msane" userId="S::brian.msane@etihuku.com::50e3c5f6-7d3d-43b5-a935-ced02e48000c" providerId="AD" clId="Web-{41577D6C-CA74-EF7D-9EAC-AB6E7853EBC0}" dt="2024-07-10T10:08:49.726" v="64"/>
          <ac:spMkLst>
            <pc:docMk/>
            <pc:sldMk cId="109857222" sldId="256"/>
            <ac:spMk id="13" creationId="{C1DD1A8A-57D5-4A81-AD04-532B043C5611}"/>
          </ac:spMkLst>
        </pc:spChg>
        <pc:spChg chg="add">
          <ac:chgData name="Brian Msane" userId="S::brian.msane@etihuku.com::50e3c5f6-7d3d-43b5-a935-ced02e48000c" providerId="AD" clId="Web-{41577D6C-CA74-EF7D-9EAC-AB6E7853EBC0}" dt="2024-07-10T10:08:49.726" v="64"/>
          <ac:spMkLst>
            <pc:docMk/>
            <pc:sldMk cId="109857222" sldId="256"/>
            <ac:spMk id="15" creationId="{007891EC-4501-44ED-A8C8-B11B6DB767AB}"/>
          </ac:spMkLst>
        </pc:spChg>
        <pc:picChg chg="add del">
          <ac:chgData name="Brian Msane" userId="S::brian.msane@etihuku.com::50e3c5f6-7d3d-43b5-a935-ced02e48000c" providerId="AD" clId="Web-{41577D6C-CA74-EF7D-9EAC-AB6E7853EBC0}" dt="2024-07-10T10:08:49.679" v="63"/>
          <ac:picMkLst>
            <pc:docMk/>
            <pc:sldMk cId="109857222" sldId="256"/>
            <ac:picMk id="5" creationId="{B60BEB79-93A9-5F49-D17E-EC5380CB7564}"/>
          </ac:picMkLst>
        </pc:picChg>
        <pc:picChg chg="add">
          <ac:chgData name="Brian Msane" userId="S::brian.msane@etihuku.com::50e3c5f6-7d3d-43b5-a935-ced02e48000c" providerId="AD" clId="Web-{41577D6C-CA74-EF7D-9EAC-AB6E7853EBC0}" dt="2024-07-10T10:08:49.726" v="64"/>
          <ac:picMkLst>
            <pc:docMk/>
            <pc:sldMk cId="109857222" sldId="256"/>
            <ac:picMk id="14" creationId="{1C1FA118-FE69-DBB1-AF45-875167021034}"/>
          </ac:picMkLst>
        </pc:picChg>
      </pc:sldChg>
      <pc:sldChg chg="addSp delSp modSp new del mod setBg">
        <pc:chgData name="Brian Msane" userId="S::brian.msane@etihuku.com::50e3c5f6-7d3d-43b5-a935-ced02e48000c" providerId="AD" clId="Web-{41577D6C-CA74-EF7D-9EAC-AB6E7853EBC0}" dt="2024-07-10T10:09:38.290" v="66"/>
        <pc:sldMkLst>
          <pc:docMk/>
          <pc:sldMk cId="2390912471" sldId="257"/>
        </pc:sldMkLst>
        <pc:spChg chg="mod">
          <ac:chgData name="Brian Msane" userId="S::brian.msane@etihuku.com::50e3c5f6-7d3d-43b5-a935-ced02e48000c" providerId="AD" clId="Web-{41577D6C-CA74-EF7D-9EAC-AB6E7853EBC0}" dt="2024-07-10T10:08:27.038" v="61"/>
          <ac:spMkLst>
            <pc:docMk/>
            <pc:sldMk cId="2390912471" sldId="257"/>
            <ac:spMk id="2" creationId="{4791BD14-2EE5-B77D-4FA8-99BC0BDF2F63}"/>
          </ac:spMkLst>
        </pc:spChg>
        <pc:spChg chg="del">
          <ac:chgData name="Brian Msane" userId="S::brian.msane@etihuku.com::50e3c5f6-7d3d-43b5-a935-ced02e48000c" providerId="AD" clId="Web-{41577D6C-CA74-EF7D-9EAC-AB6E7853EBC0}" dt="2024-07-10T10:08:27.038" v="61"/>
          <ac:spMkLst>
            <pc:docMk/>
            <pc:sldMk cId="2390912471" sldId="257"/>
            <ac:spMk id="3" creationId="{7048F12E-7F3C-C5D7-9D39-817D4E9A9281}"/>
          </ac:spMkLst>
        </pc:spChg>
        <pc:spChg chg="add">
          <ac:chgData name="Brian Msane" userId="S::brian.msane@etihuku.com::50e3c5f6-7d3d-43b5-a935-ced02e48000c" providerId="AD" clId="Web-{41577D6C-CA74-EF7D-9EAC-AB6E7853EBC0}" dt="2024-07-10T10:08:27.038" v="61"/>
          <ac:spMkLst>
            <pc:docMk/>
            <pc:sldMk cId="2390912471" sldId="257"/>
            <ac:spMk id="9" creationId="{C1DD1A8A-57D5-4A81-AD04-532B043C5611}"/>
          </ac:spMkLst>
        </pc:spChg>
        <pc:spChg chg="add">
          <ac:chgData name="Brian Msane" userId="S::brian.msane@etihuku.com::50e3c5f6-7d3d-43b5-a935-ced02e48000c" providerId="AD" clId="Web-{41577D6C-CA74-EF7D-9EAC-AB6E7853EBC0}" dt="2024-07-10T10:08:27.038" v="61"/>
          <ac:spMkLst>
            <pc:docMk/>
            <pc:sldMk cId="2390912471" sldId="257"/>
            <ac:spMk id="11" creationId="{007891EC-4501-44ED-A8C8-B11B6DB767AB}"/>
          </ac:spMkLst>
        </pc:spChg>
        <pc:picChg chg="add">
          <ac:chgData name="Brian Msane" userId="S::brian.msane@etihuku.com::50e3c5f6-7d3d-43b5-a935-ced02e48000c" providerId="AD" clId="Web-{41577D6C-CA74-EF7D-9EAC-AB6E7853EBC0}" dt="2024-07-10T10:08:27.038" v="61"/>
          <ac:picMkLst>
            <pc:docMk/>
            <pc:sldMk cId="2390912471" sldId="257"/>
            <ac:picMk id="5" creationId="{EF90A69D-B438-88BE-B398-6B08645C2CCC}"/>
          </ac:picMkLst>
        </pc:picChg>
      </pc:sldChg>
      <pc:sldChg chg="modSp new">
        <pc:chgData name="Brian Msane" userId="S::brian.msane@etihuku.com::50e3c5f6-7d3d-43b5-a935-ced02e48000c" providerId="AD" clId="Web-{41577D6C-CA74-EF7D-9EAC-AB6E7853EBC0}" dt="2024-07-10T10:07:32.771" v="36" actId="20577"/>
        <pc:sldMkLst>
          <pc:docMk/>
          <pc:sldMk cId="2683114092" sldId="258"/>
        </pc:sldMkLst>
        <pc:spChg chg="mod">
          <ac:chgData name="Brian Msane" userId="S::brian.msane@etihuku.com::50e3c5f6-7d3d-43b5-a935-ced02e48000c" providerId="AD" clId="Web-{41577D6C-CA74-EF7D-9EAC-AB6E7853EBC0}" dt="2024-07-10T10:07:32.771" v="36" actId="20577"/>
          <ac:spMkLst>
            <pc:docMk/>
            <pc:sldMk cId="2683114092" sldId="258"/>
            <ac:spMk id="2" creationId="{F9E821FC-5E14-34CC-C31A-4EFC1DCBFC9F}"/>
          </ac:spMkLst>
        </pc:spChg>
      </pc:sldChg>
      <pc:sldChg chg="modSp new">
        <pc:chgData name="Brian Msane" userId="S::brian.msane@etihuku.com::50e3c5f6-7d3d-43b5-a935-ced02e48000c" providerId="AD" clId="Web-{41577D6C-CA74-EF7D-9EAC-AB6E7853EBC0}" dt="2024-07-10T10:07:49.990" v="52" actId="20577"/>
        <pc:sldMkLst>
          <pc:docMk/>
          <pc:sldMk cId="1484645666" sldId="259"/>
        </pc:sldMkLst>
        <pc:spChg chg="mod">
          <ac:chgData name="Brian Msane" userId="S::brian.msane@etihuku.com::50e3c5f6-7d3d-43b5-a935-ced02e48000c" providerId="AD" clId="Web-{41577D6C-CA74-EF7D-9EAC-AB6E7853EBC0}" dt="2024-07-10T10:07:49.990" v="52" actId="20577"/>
          <ac:spMkLst>
            <pc:docMk/>
            <pc:sldMk cId="1484645666" sldId="259"/>
            <ac:spMk id="2" creationId="{5BA00725-0D06-B67C-50FB-828510B48672}"/>
          </ac:spMkLst>
        </pc:spChg>
      </pc:sldChg>
      <pc:sldChg chg="modSp new">
        <pc:chgData name="Brian Msane" userId="S::brian.msane@etihuku.com::50e3c5f6-7d3d-43b5-a935-ced02e48000c" providerId="AD" clId="Web-{41577D6C-CA74-EF7D-9EAC-AB6E7853EBC0}" dt="2024-07-10T10:08:14.616" v="60" actId="20577"/>
        <pc:sldMkLst>
          <pc:docMk/>
          <pc:sldMk cId="2192071108" sldId="260"/>
        </pc:sldMkLst>
        <pc:spChg chg="mod">
          <ac:chgData name="Brian Msane" userId="S::brian.msane@etihuku.com::50e3c5f6-7d3d-43b5-a935-ced02e48000c" providerId="AD" clId="Web-{41577D6C-CA74-EF7D-9EAC-AB6E7853EBC0}" dt="2024-07-10T10:08:14.616" v="60" actId="20577"/>
          <ac:spMkLst>
            <pc:docMk/>
            <pc:sldMk cId="2192071108" sldId="260"/>
            <ac:spMk id="2" creationId="{6DC0BAF6-AA5F-23E0-10B6-9E7266A900D9}"/>
          </ac:spMkLst>
        </pc:spChg>
      </pc:sldChg>
      <pc:sldChg chg="modSp new ord">
        <pc:chgData name="Brian Msane" userId="S::brian.msane@etihuku.com::50e3c5f6-7d3d-43b5-a935-ced02e48000c" providerId="AD" clId="Web-{41577D6C-CA74-EF7D-9EAC-AB6E7853EBC0}" dt="2024-07-10T10:09:52.071" v="77" actId="20577"/>
        <pc:sldMkLst>
          <pc:docMk/>
          <pc:sldMk cId="729607379" sldId="261"/>
        </pc:sldMkLst>
        <pc:spChg chg="mod">
          <ac:chgData name="Brian Msane" userId="S::brian.msane@etihuku.com::50e3c5f6-7d3d-43b5-a935-ced02e48000c" providerId="AD" clId="Web-{41577D6C-CA74-EF7D-9EAC-AB6E7853EBC0}" dt="2024-07-10T10:09:52.071" v="77" actId="20577"/>
          <ac:spMkLst>
            <pc:docMk/>
            <pc:sldMk cId="729607379" sldId="261"/>
            <ac:spMk id="2" creationId="{4E070156-0F26-BD26-FBAF-4FAC4F1B9040}"/>
          </ac:spMkLst>
        </pc:spChg>
      </pc:sldChg>
      <pc:sldChg chg="modSp new">
        <pc:chgData name="Brian Msane" userId="S::brian.msane@etihuku.com::50e3c5f6-7d3d-43b5-a935-ced02e48000c" providerId="AD" clId="Web-{41577D6C-CA74-EF7D-9EAC-AB6E7853EBC0}" dt="2024-07-10T10:10:13.541" v="91" actId="20577"/>
        <pc:sldMkLst>
          <pc:docMk/>
          <pc:sldMk cId="197294770" sldId="262"/>
        </pc:sldMkLst>
        <pc:spChg chg="mod">
          <ac:chgData name="Brian Msane" userId="S::brian.msane@etihuku.com::50e3c5f6-7d3d-43b5-a935-ced02e48000c" providerId="AD" clId="Web-{41577D6C-CA74-EF7D-9EAC-AB6E7853EBC0}" dt="2024-07-10T10:10:13.541" v="91" actId="20577"/>
          <ac:spMkLst>
            <pc:docMk/>
            <pc:sldMk cId="197294770" sldId="262"/>
            <ac:spMk id="2" creationId="{708BEDBB-0E26-1EEF-BC94-AAD95B0CA863}"/>
          </ac:spMkLst>
        </pc:spChg>
      </pc:sldChg>
      <pc:sldChg chg="modSp new">
        <pc:chgData name="Brian Msane" userId="S::brian.msane@etihuku.com::50e3c5f6-7d3d-43b5-a935-ced02e48000c" providerId="AD" clId="Web-{41577D6C-CA74-EF7D-9EAC-AB6E7853EBC0}" dt="2024-07-10T10:10:44.729" v="102" actId="20577"/>
        <pc:sldMkLst>
          <pc:docMk/>
          <pc:sldMk cId="896279640" sldId="263"/>
        </pc:sldMkLst>
        <pc:spChg chg="mod">
          <ac:chgData name="Brian Msane" userId="S::brian.msane@etihuku.com::50e3c5f6-7d3d-43b5-a935-ced02e48000c" providerId="AD" clId="Web-{41577D6C-CA74-EF7D-9EAC-AB6E7853EBC0}" dt="2024-07-10T10:10:44.729" v="102" actId="20577"/>
          <ac:spMkLst>
            <pc:docMk/>
            <pc:sldMk cId="896279640" sldId="263"/>
            <ac:spMk id="2" creationId="{AA312526-F958-B35D-1CEB-50F0A0B678B8}"/>
          </ac:spMkLst>
        </pc:spChg>
      </pc:sldChg>
      <pc:sldChg chg="modSp new">
        <pc:chgData name="Brian Msane" userId="S::brian.msane@etihuku.com::50e3c5f6-7d3d-43b5-a935-ced02e48000c" providerId="AD" clId="Web-{41577D6C-CA74-EF7D-9EAC-AB6E7853EBC0}" dt="2024-07-10T10:10:59.776" v="112" actId="20577"/>
        <pc:sldMkLst>
          <pc:docMk/>
          <pc:sldMk cId="3991879867" sldId="264"/>
        </pc:sldMkLst>
        <pc:spChg chg="mod">
          <ac:chgData name="Brian Msane" userId="S::brian.msane@etihuku.com::50e3c5f6-7d3d-43b5-a935-ced02e48000c" providerId="AD" clId="Web-{41577D6C-CA74-EF7D-9EAC-AB6E7853EBC0}" dt="2024-07-10T10:10:59.776" v="112" actId="20577"/>
          <ac:spMkLst>
            <pc:docMk/>
            <pc:sldMk cId="3991879867" sldId="264"/>
            <ac:spMk id="2" creationId="{DD24B801-5284-5F8D-8F41-41ABB009FDFC}"/>
          </ac:spMkLst>
        </pc:spChg>
      </pc:sldChg>
      <pc:sldChg chg="modSp new">
        <pc:chgData name="Brian Msane" userId="S::brian.msane@etihuku.com::50e3c5f6-7d3d-43b5-a935-ced02e48000c" providerId="AD" clId="Web-{41577D6C-CA74-EF7D-9EAC-AB6E7853EBC0}" dt="2024-07-10T10:11:21.277" v="125" actId="20577"/>
        <pc:sldMkLst>
          <pc:docMk/>
          <pc:sldMk cId="825327135" sldId="265"/>
        </pc:sldMkLst>
        <pc:spChg chg="mod">
          <ac:chgData name="Brian Msane" userId="S::brian.msane@etihuku.com::50e3c5f6-7d3d-43b5-a935-ced02e48000c" providerId="AD" clId="Web-{41577D6C-CA74-EF7D-9EAC-AB6E7853EBC0}" dt="2024-07-10T10:11:21.277" v="125" actId="20577"/>
          <ac:spMkLst>
            <pc:docMk/>
            <pc:sldMk cId="825327135" sldId="265"/>
            <ac:spMk id="2" creationId="{4FA86F04-4D0A-E316-1446-EBBD13D7BD5D}"/>
          </ac:spMkLst>
        </pc:spChg>
      </pc:sldChg>
      <pc:sldChg chg="modSp new">
        <pc:chgData name="Brian Msane" userId="S::brian.msane@etihuku.com::50e3c5f6-7d3d-43b5-a935-ced02e48000c" providerId="AD" clId="Web-{41577D6C-CA74-EF7D-9EAC-AB6E7853EBC0}" dt="2024-07-10T10:11:36.480" v="131" actId="20577"/>
        <pc:sldMkLst>
          <pc:docMk/>
          <pc:sldMk cId="2619490869" sldId="266"/>
        </pc:sldMkLst>
        <pc:spChg chg="mod">
          <ac:chgData name="Brian Msane" userId="S::brian.msane@etihuku.com::50e3c5f6-7d3d-43b5-a935-ced02e48000c" providerId="AD" clId="Web-{41577D6C-CA74-EF7D-9EAC-AB6E7853EBC0}" dt="2024-07-10T10:11:36.480" v="131" actId="20577"/>
          <ac:spMkLst>
            <pc:docMk/>
            <pc:sldMk cId="2619490869" sldId="266"/>
            <ac:spMk id="2" creationId="{51382348-687D-5F3B-C62D-10DBD9F08B16}"/>
          </ac:spMkLst>
        </pc:spChg>
      </pc:sldChg>
      <pc:sldChg chg="addSp delSp modSp new mod ord setBg">
        <pc:chgData name="Brian Msane" userId="S::brian.msane@etihuku.com::50e3c5f6-7d3d-43b5-a935-ced02e48000c" providerId="AD" clId="Web-{41577D6C-CA74-EF7D-9EAC-AB6E7853EBC0}" dt="2024-07-10T10:14:01.422" v="168" actId="20577"/>
        <pc:sldMkLst>
          <pc:docMk/>
          <pc:sldMk cId="3548864630" sldId="267"/>
        </pc:sldMkLst>
        <pc:spChg chg="mod">
          <ac:chgData name="Brian Msane" userId="S::brian.msane@etihuku.com::50e3c5f6-7d3d-43b5-a935-ced02e48000c" providerId="AD" clId="Web-{41577D6C-CA74-EF7D-9EAC-AB6E7853EBC0}" dt="2024-07-10T10:14:01.422" v="168" actId="20577"/>
          <ac:spMkLst>
            <pc:docMk/>
            <pc:sldMk cId="3548864630" sldId="267"/>
            <ac:spMk id="2" creationId="{EC528C72-1305-77DC-A86F-8C0DF26BF84A}"/>
          </ac:spMkLst>
        </pc:spChg>
        <pc:spChg chg="mod">
          <ac:chgData name="Brian Msane" userId="S::brian.msane@etihuku.com::50e3c5f6-7d3d-43b5-a935-ced02e48000c" providerId="AD" clId="Web-{41577D6C-CA74-EF7D-9EAC-AB6E7853EBC0}" dt="2024-07-10T10:13:13.780" v="160"/>
          <ac:spMkLst>
            <pc:docMk/>
            <pc:sldMk cId="3548864630" sldId="267"/>
            <ac:spMk id="3" creationId="{E48EED61-C7E0-D5A6-B663-50B7FD4F2EB7}"/>
          </ac:spMkLst>
        </pc:spChg>
        <pc:spChg chg="add del">
          <ac:chgData name="Brian Msane" userId="S::brian.msane@etihuku.com::50e3c5f6-7d3d-43b5-a935-ced02e48000c" providerId="AD" clId="Web-{41577D6C-CA74-EF7D-9EAC-AB6E7853EBC0}" dt="2024-07-10T10:13:13.780" v="160"/>
          <ac:spMkLst>
            <pc:docMk/>
            <pc:sldMk cId="3548864630" sldId="267"/>
            <ac:spMk id="9" creationId="{8870DEF6-46A2-D4F8-8BE6-91165D93ECC4}"/>
          </ac:spMkLst>
        </pc:spChg>
        <pc:spChg chg="add">
          <ac:chgData name="Brian Msane" userId="S::brian.msane@etihuku.com::50e3c5f6-7d3d-43b5-a935-ced02e48000c" providerId="AD" clId="Web-{41577D6C-CA74-EF7D-9EAC-AB6E7853EBC0}" dt="2024-07-10T10:13:13.780" v="160"/>
          <ac:spMkLst>
            <pc:docMk/>
            <pc:sldMk cId="3548864630" sldId="267"/>
            <ac:spMk id="16" creationId="{E91DC736-0EF8-4F87-9146-EBF1D2EE4D3D}"/>
          </ac:spMkLst>
        </pc:spChg>
        <pc:spChg chg="add">
          <ac:chgData name="Brian Msane" userId="S::brian.msane@etihuku.com::50e3c5f6-7d3d-43b5-a935-ced02e48000c" providerId="AD" clId="Web-{41577D6C-CA74-EF7D-9EAC-AB6E7853EBC0}" dt="2024-07-10T10:13:13.780" v="160"/>
          <ac:spMkLst>
            <pc:docMk/>
            <pc:sldMk cId="3548864630" sldId="267"/>
            <ac:spMk id="18" creationId="{097CD68E-23E3-4007-8847-CD0944C4F7BE}"/>
          </ac:spMkLst>
        </pc:spChg>
        <pc:spChg chg="add">
          <ac:chgData name="Brian Msane" userId="S::brian.msane@etihuku.com::50e3c5f6-7d3d-43b5-a935-ced02e48000c" providerId="AD" clId="Web-{41577D6C-CA74-EF7D-9EAC-AB6E7853EBC0}" dt="2024-07-10T10:13:13.780" v="160"/>
          <ac:spMkLst>
            <pc:docMk/>
            <pc:sldMk cId="3548864630" sldId="267"/>
            <ac:spMk id="20" creationId="{AF2F604E-43BE-4DC3-B983-E071523364F8}"/>
          </ac:spMkLst>
        </pc:spChg>
        <pc:spChg chg="add">
          <ac:chgData name="Brian Msane" userId="S::brian.msane@etihuku.com::50e3c5f6-7d3d-43b5-a935-ced02e48000c" providerId="AD" clId="Web-{41577D6C-CA74-EF7D-9EAC-AB6E7853EBC0}" dt="2024-07-10T10:13:13.780" v="160"/>
          <ac:spMkLst>
            <pc:docMk/>
            <pc:sldMk cId="3548864630" sldId="267"/>
            <ac:spMk id="22" creationId="{08C9B587-E65E-4B52-B37C-ABEBB6E87928}"/>
          </ac:spMkLst>
        </pc:spChg>
        <pc:picChg chg="add mod">
          <ac:chgData name="Brian Msane" userId="S::brian.msane@etihuku.com::50e3c5f6-7d3d-43b5-a935-ced02e48000c" providerId="AD" clId="Web-{41577D6C-CA74-EF7D-9EAC-AB6E7853EBC0}" dt="2024-07-10T10:13:13.780" v="160"/>
          <ac:picMkLst>
            <pc:docMk/>
            <pc:sldMk cId="3548864630" sldId="267"/>
            <ac:picMk id="5" creationId="{77AB5B68-B33C-912E-3168-0C7B37BAE978}"/>
          </ac:picMkLst>
        </pc:picChg>
        <pc:cxnChg chg="add del">
          <ac:chgData name="Brian Msane" userId="S::brian.msane@etihuku.com::50e3c5f6-7d3d-43b5-a935-ced02e48000c" providerId="AD" clId="Web-{41577D6C-CA74-EF7D-9EAC-AB6E7853EBC0}" dt="2024-07-10T10:13:13.780" v="160"/>
          <ac:cxnSpMkLst>
            <pc:docMk/>
            <pc:sldMk cId="3548864630" sldId="267"/>
            <ac:cxnSpMk id="11" creationId="{522632D6-DED9-FDEC-FD9F-09FF0A4544CC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4400F1-3425-46EC-8F02-290328656FB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D341300-4E78-434E-86DD-19209FE0582E}">
      <dgm:prSet/>
      <dgm:spPr/>
      <dgm:t>
        <a:bodyPr/>
        <a:lstStyle/>
        <a:p>
          <a:r>
            <a:rPr lang="en-US"/>
            <a:t>Intro to LLMs</a:t>
          </a:r>
        </a:p>
      </dgm:t>
    </dgm:pt>
    <dgm:pt modelId="{CB8F7F44-2417-4314-99E5-979AD99197EB}" type="parTrans" cxnId="{958023CF-E7D7-4B68-A4A5-FC87FA1F4E85}">
      <dgm:prSet/>
      <dgm:spPr/>
      <dgm:t>
        <a:bodyPr/>
        <a:lstStyle/>
        <a:p>
          <a:endParaRPr lang="en-US"/>
        </a:p>
      </dgm:t>
    </dgm:pt>
    <dgm:pt modelId="{4202CFF3-5F5E-452F-94A3-A67E0F3997ED}" type="sibTrans" cxnId="{958023CF-E7D7-4B68-A4A5-FC87FA1F4E85}">
      <dgm:prSet/>
      <dgm:spPr/>
      <dgm:t>
        <a:bodyPr/>
        <a:lstStyle/>
        <a:p>
          <a:endParaRPr lang="en-US"/>
        </a:p>
      </dgm:t>
    </dgm:pt>
    <dgm:pt modelId="{F85A3798-0127-40FF-87EA-418CE86F4F2F}">
      <dgm:prSet/>
      <dgm:spPr/>
      <dgm:t>
        <a:bodyPr/>
        <a:lstStyle/>
        <a:p>
          <a:r>
            <a:rPr lang="en-US"/>
            <a:t>Limitations of LLMs</a:t>
          </a:r>
        </a:p>
      </dgm:t>
    </dgm:pt>
    <dgm:pt modelId="{697359F9-4847-4F3A-B16E-B0DF77C73700}" type="parTrans" cxnId="{C2423961-BC84-4883-B38F-C7CEE5621C2D}">
      <dgm:prSet/>
      <dgm:spPr/>
      <dgm:t>
        <a:bodyPr/>
        <a:lstStyle/>
        <a:p>
          <a:endParaRPr lang="en-US"/>
        </a:p>
      </dgm:t>
    </dgm:pt>
    <dgm:pt modelId="{CA3D7DD2-EE51-43DD-81F0-8759C50F139F}" type="sibTrans" cxnId="{C2423961-BC84-4883-B38F-C7CEE5621C2D}">
      <dgm:prSet/>
      <dgm:spPr/>
      <dgm:t>
        <a:bodyPr/>
        <a:lstStyle/>
        <a:p>
          <a:endParaRPr lang="en-US"/>
        </a:p>
      </dgm:t>
    </dgm:pt>
    <dgm:pt modelId="{F6E3CB1D-906C-45FF-8656-B48E85A60CC6}">
      <dgm:prSet/>
      <dgm:spPr/>
      <dgm:t>
        <a:bodyPr/>
        <a:lstStyle/>
        <a:p>
          <a:r>
            <a:rPr lang="en-US"/>
            <a:t>RAG saves the day</a:t>
          </a:r>
        </a:p>
      </dgm:t>
    </dgm:pt>
    <dgm:pt modelId="{791ABF29-5260-4FA3-85CA-48D1756D3C2E}" type="parTrans" cxnId="{8249D85F-5B42-41D1-82B2-4D9431A82F66}">
      <dgm:prSet/>
      <dgm:spPr/>
      <dgm:t>
        <a:bodyPr/>
        <a:lstStyle/>
        <a:p>
          <a:endParaRPr lang="en-US"/>
        </a:p>
      </dgm:t>
    </dgm:pt>
    <dgm:pt modelId="{7DFBD878-CEC5-4D63-B2EC-16CBDE0CCFBD}" type="sibTrans" cxnId="{8249D85F-5B42-41D1-82B2-4D9431A82F66}">
      <dgm:prSet/>
      <dgm:spPr/>
      <dgm:t>
        <a:bodyPr/>
        <a:lstStyle/>
        <a:p>
          <a:endParaRPr lang="en-US"/>
        </a:p>
      </dgm:t>
    </dgm:pt>
    <dgm:pt modelId="{3A9E1F4A-A118-40FA-9E95-A83B06F08065}">
      <dgm:prSet/>
      <dgm:spPr/>
      <dgm:t>
        <a:bodyPr/>
        <a:lstStyle/>
        <a:p>
          <a:r>
            <a:rPr lang="en-US"/>
            <a:t>RAG Architecture</a:t>
          </a:r>
        </a:p>
      </dgm:t>
    </dgm:pt>
    <dgm:pt modelId="{8B70A5B6-D511-49C8-8CAA-995A4BC0C8CE}" type="parTrans" cxnId="{D09F6504-FAD4-4E8C-A7B2-F0408773D716}">
      <dgm:prSet/>
      <dgm:spPr/>
      <dgm:t>
        <a:bodyPr/>
        <a:lstStyle/>
        <a:p>
          <a:endParaRPr lang="en-US"/>
        </a:p>
      </dgm:t>
    </dgm:pt>
    <dgm:pt modelId="{B665F1DC-8844-45B0-B7BB-EE9EF287E5B6}" type="sibTrans" cxnId="{D09F6504-FAD4-4E8C-A7B2-F0408773D716}">
      <dgm:prSet/>
      <dgm:spPr/>
      <dgm:t>
        <a:bodyPr/>
        <a:lstStyle/>
        <a:p>
          <a:endParaRPr lang="en-US"/>
        </a:p>
      </dgm:t>
    </dgm:pt>
    <dgm:pt modelId="{A0A4391D-D731-4512-B034-98F2712EE3D1}">
      <dgm:prSet/>
      <dgm:spPr/>
      <dgm:t>
        <a:bodyPr/>
        <a:lstStyle/>
        <a:p>
          <a:r>
            <a:rPr lang="en-US"/>
            <a:t>Applications of RAG</a:t>
          </a:r>
        </a:p>
      </dgm:t>
    </dgm:pt>
    <dgm:pt modelId="{51323E78-77D3-4637-9D31-0201CDA98963}" type="parTrans" cxnId="{66C1289C-ABDD-4857-9AD3-530CF75D48A6}">
      <dgm:prSet/>
      <dgm:spPr/>
      <dgm:t>
        <a:bodyPr/>
        <a:lstStyle/>
        <a:p>
          <a:endParaRPr lang="en-US"/>
        </a:p>
      </dgm:t>
    </dgm:pt>
    <dgm:pt modelId="{192DD57F-2FE0-47D3-91AD-645768BDD458}" type="sibTrans" cxnId="{66C1289C-ABDD-4857-9AD3-530CF75D48A6}">
      <dgm:prSet/>
      <dgm:spPr/>
      <dgm:t>
        <a:bodyPr/>
        <a:lstStyle/>
        <a:p>
          <a:endParaRPr lang="en-US"/>
        </a:p>
      </dgm:t>
    </dgm:pt>
    <dgm:pt modelId="{45A46B5F-B172-44D5-B6AD-C47181374A63}">
      <dgm:prSet/>
      <dgm:spPr/>
      <dgm:t>
        <a:bodyPr/>
        <a:lstStyle/>
        <a:p>
          <a:r>
            <a:rPr lang="en-US"/>
            <a:t>Limitations of RAG</a:t>
          </a:r>
        </a:p>
      </dgm:t>
    </dgm:pt>
    <dgm:pt modelId="{E33A9AB1-72AE-4FBC-BF26-B522F8FDA4B3}" type="parTrans" cxnId="{15719DE1-88AF-451E-88D0-D8D4978CF996}">
      <dgm:prSet/>
      <dgm:spPr/>
      <dgm:t>
        <a:bodyPr/>
        <a:lstStyle/>
        <a:p>
          <a:endParaRPr lang="en-US"/>
        </a:p>
      </dgm:t>
    </dgm:pt>
    <dgm:pt modelId="{9132F7E1-F8D2-4EC5-9279-F7FBA39377E4}" type="sibTrans" cxnId="{15719DE1-88AF-451E-88D0-D8D4978CF996}">
      <dgm:prSet/>
      <dgm:spPr/>
      <dgm:t>
        <a:bodyPr/>
        <a:lstStyle/>
        <a:p>
          <a:endParaRPr lang="en-US"/>
        </a:p>
      </dgm:t>
    </dgm:pt>
    <dgm:pt modelId="{2ED54F3C-D756-4F4B-B1A6-B31FAA0D58DA}">
      <dgm:prSet/>
      <dgm:spPr/>
      <dgm:t>
        <a:bodyPr/>
        <a:lstStyle/>
        <a:p>
          <a:r>
            <a:rPr lang="en-US"/>
            <a:t>Optimizing RAG</a:t>
          </a:r>
        </a:p>
      </dgm:t>
    </dgm:pt>
    <dgm:pt modelId="{7AA86684-023A-4A24-B2E2-284985279B24}" type="parTrans" cxnId="{C6921D94-1E8E-4D2E-BBE5-709B749F464A}">
      <dgm:prSet/>
      <dgm:spPr/>
      <dgm:t>
        <a:bodyPr/>
        <a:lstStyle/>
        <a:p>
          <a:endParaRPr lang="en-US"/>
        </a:p>
      </dgm:t>
    </dgm:pt>
    <dgm:pt modelId="{7747AEF8-6142-41E8-A8ED-570C0BDD0CE4}" type="sibTrans" cxnId="{C6921D94-1E8E-4D2E-BBE5-709B749F464A}">
      <dgm:prSet/>
      <dgm:spPr/>
      <dgm:t>
        <a:bodyPr/>
        <a:lstStyle/>
        <a:p>
          <a:endParaRPr lang="en-US"/>
        </a:p>
      </dgm:t>
    </dgm:pt>
    <dgm:pt modelId="{E7D59FEA-B6DC-43C2-9EE4-2B859811E84F}">
      <dgm:prSet/>
      <dgm:spPr/>
      <dgm:t>
        <a:bodyPr/>
        <a:lstStyle/>
        <a:p>
          <a:r>
            <a:rPr lang="en-US"/>
            <a:t>Conclusion</a:t>
          </a:r>
        </a:p>
      </dgm:t>
    </dgm:pt>
    <dgm:pt modelId="{2D64D81D-C224-4481-870B-2AC0C09700AF}" type="parTrans" cxnId="{2A1776E0-4825-447F-A6E0-E066AAF178F6}">
      <dgm:prSet/>
      <dgm:spPr/>
      <dgm:t>
        <a:bodyPr/>
        <a:lstStyle/>
        <a:p>
          <a:endParaRPr lang="en-US"/>
        </a:p>
      </dgm:t>
    </dgm:pt>
    <dgm:pt modelId="{4D81585E-640F-450F-B4D3-63BFED1C8FF7}" type="sibTrans" cxnId="{2A1776E0-4825-447F-A6E0-E066AAF178F6}">
      <dgm:prSet/>
      <dgm:spPr/>
      <dgm:t>
        <a:bodyPr/>
        <a:lstStyle/>
        <a:p>
          <a:endParaRPr lang="en-US"/>
        </a:p>
      </dgm:t>
    </dgm:pt>
    <dgm:pt modelId="{1D44CA88-E193-4966-B3FD-5265963D654B}" type="pres">
      <dgm:prSet presAssocID="{214400F1-3425-46EC-8F02-290328656FBD}" presName="linear" presStyleCnt="0">
        <dgm:presLayoutVars>
          <dgm:animLvl val="lvl"/>
          <dgm:resizeHandles val="exact"/>
        </dgm:presLayoutVars>
      </dgm:prSet>
      <dgm:spPr/>
    </dgm:pt>
    <dgm:pt modelId="{0FB57AC7-2B52-4803-B104-2215A92A2808}" type="pres">
      <dgm:prSet presAssocID="{9D341300-4E78-434E-86DD-19209FE0582E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8DC83EA0-9829-4116-810F-5F50B1BD3BB0}" type="pres">
      <dgm:prSet presAssocID="{4202CFF3-5F5E-452F-94A3-A67E0F3997ED}" presName="spacer" presStyleCnt="0"/>
      <dgm:spPr/>
    </dgm:pt>
    <dgm:pt modelId="{7E0F4BB5-A973-4F0F-920F-21606921B031}" type="pres">
      <dgm:prSet presAssocID="{F85A3798-0127-40FF-87EA-418CE86F4F2F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E5729F49-0E66-4F97-A349-223BA5E98DAC}" type="pres">
      <dgm:prSet presAssocID="{CA3D7DD2-EE51-43DD-81F0-8759C50F139F}" presName="spacer" presStyleCnt="0"/>
      <dgm:spPr/>
    </dgm:pt>
    <dgm:pt modelId="{9A6975C0-F0F2-4358-8C9C-ACA7DB0884B0}" type="pres">
      <dgm:prSet presAssocID="{F6E3CB1D-906C-45FF-8656-B48E85A60CC6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C8F7E701-FD85-4A72-B27D-E35D30A8FF94}" type="pres">
      <dgm:prSet presAssocID="{7DFBD878-CEC5-4D63-B2EC-16CBDE0CCFBD}" presName="spacer" presStyleCnt="0"/>
      <dgm:spPr/>
    </dgm:pt>
    <dgm:pt modelId="{FC4058B7-4C28-41F8-A2BD-02A739FD0FEA}" type="pres">
      <dgm:prSet presAssocID="{3A9E1F4A-A118-40FA-9E95-A83B06F0806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BEA50D14-CFD8-41ED-A23C-E5765D85A72F}" type="pres">
      <dgm:prSet presAssocID="{B665F1DC-8844-45B0-B7BB-EE9EF287E5B6}" presName="spacer" presStyleCnt="0"/>
      <dgm:spPr/>
    </dgm:pt>
    <dgm:pt modelId="{45841A6F-F488-4EC7-9A1C-EFD82ABD2B9F}" type="pres">
      <dgm:prSet presAssocID="{A0A4391D-D731-4512-B034-98F2712EE3D1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F9F55647-F386-40B9-98F9-1C54AD8BB02A}" type="pres">
      <dgm:prSet presAssocID="{192DD57F-2FE0-47D3-91AD-645768BDD458}" presName="spacer" presStyleCnt="0"/>
      <dgm:spPr/>
    </dgm:pt>
    <dgm:pt modelId="{01C1E53D-2A5C-4ACE-AC0F-1C7AA7386740}" type="pres">
      <dgm:prSet presAssocID="{45A46B5F-B172-44D5-B6AD-C47181374A63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FC5CDCB-C871-4BB9-99B7-F2BDBB190598}" type="pres">
      <dgm:prSet presAssocID="{9132F7E1-F8D2-4EC5-9279-F7FBA39377E4}" presName="spacer" presStyleCnt="0"/>
      <dgm:spPr/>
    </dgm:pt>
    <dgm:pt modelId="{ACF6FDE2-DC30-4D99-B535-E7C93451FCF6}" type="pres">
      <dgm:prSet presAssocID="{2ED54F3C-D756-4F4B-B1A6-B31FAA0D58DA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82060D5B-3749-4BC6-995A-D6083CAE2912}" type="pres">
      <dgm:prSet presAssocID="{7747AEF8-6142-41E8-A8ED-570C0BDD0CE4}" presName="spacer" presStyleCnt="0"/>
      <dgm:spPr/>
    </dgm:pt>
    <dgm:pt modelId="{117E0011-8CFB-40E0-8000-8C3846219256}" type="pres">
      <dgm:prSet presAssocID="{E7D59FEA-B6DC-43C2-9EE4-2B859811E84F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D09F6504-FAD4-4E8C-A7B2-F0408773D716}" srcId="{214400F1-3425-46EC-8F02-290328656FBD}" destId="{3A9E1F4A-A118-40FA-9E95-A83B06F08065}" srcOrd="3" destOrd="0" parTransId="{8B70A5B6-D511-49C8-8CAA-995A4BC0C8CE}" sibTransId="{B665F1DC-8844-45B0-B7BB-EE9EF287E5B6}"/>
    <dgm:cxn modelId="{7D2B492A-205C-4E05-9A91-CBE83B201AD6}" type="presOf" srcId="{214400F1-3425-46EC-8F02-290328656FBD}" destId="{1D44CA88-E193-4966-B3FD-5265963D654B}" srcOrd="0" destOrd="0" presId="urn:microsoft.com/office/officeart/2005/8/layout/vList2"/>
    <dgm:cxn modelId="{8249D85F-5B42-41D1-82B2-4D9431A82F66}" srcId="{214400F1-3425-46EC-8F02-290328656FBD}" destId="{F6E3CB1D-906C-45FF-8656-B48E85A60CC6}" srcOrd="2" destOrd="0" parTransId="{791ABF29-5260-4FA3-85CA-48D1756D3C2E}" sibTransId="{7DFBD878-CEC5-4D63-B2EC-16CBDE0CCFBD}"/>
    <dgm:cxn modelId="{C2423961-BC84-4883-B38F-C7CEE5621C2D}" srcId="{214400F1-3425-46EC-8F02-290328656FBD}" destId="{F85A3798-0127-40FF-87EA-418CE86F4F2F}" srcOrd="1" destOrd="0" parTransId="{697359F9-4847-4F3A-B16E-B0DF77C73700}" sibTransId="{CA3D7DD2-EE51-43DD-81F0-8759C50F139F}"/>
    <dgm:cxn modelId="{B57B6D4F-AB1D-4EDC-87B1-90273B1F5939}" type="presOf" srcId="{F85A3798-0127-40FF-87EA-418CE86F4F2F}" destId="{7E0F4BB5-A973-4F0F-920F-21606921B031}" srcOrd="0" destOrd="0" presId="urn:microsoft.com/office/officeart/2005/8/layout/vList2"/>
    <dgm:cxn modelId="{3EF3C84F-2C8E-4983-A7C5-254D6AFD1612}" type="presOf" srcId="{9D341300-4E78-434E-86DD-19209FE0582E}" destId="{0FB57AC7-2B52-4803-B104-2215A92A2808}" srcOrd="0" destOrd="0" presId="urn:microsoft.com/office/officeart/2005/8/layout/vList2"/>
    <dgm:cxn modelId="{38736553-D77D-43B1-8949-4F4B36EFD0F5}" type="presOf" srcId="{F6E3CB1D-906C-45FF-8656-B48E85A60CC6}" destId="{9A6975C0-F0F2-4358-8C9C-ACA7DB0884B0}" srcOrd="0" destOrd="0" presId="urn:microsoft.com/office/officeart/2005/8/layout/vList2"/>
    <dgm:cxn modelId="{F37C0F77-765F-4605-9EFC-83E34512445B}" type="presOf" srcId="{A0A4391D-D731-4512-B034-98F2712EE3D1}" destId="{45841A6F-F488-4EC7-9A1C-EFD82ABD2B9F}" srcOrd="0" destOrd="0" presId="urn:microsoft.com/office/officeart/2005/8/layout/vList2"/>
    <dgm:cxn modelId="{EAF14190-73CA-4152-A6FF-889486B16C5A}" type="presOf" srcId="{45A46B5F-B172-44D5-B6AD-C47181374A63}" destId="{01C1E53D-2A5C-4ACE-AC0F-1C7AA7386740}" srcOrd="0" destOrd="0" presId="urn:microsoft.com/office/officeart/2005/8/layout/vList2"/>
    <dgm:cxn modelId="{C6921D94-1E8E-4D2E-BBE5-709B749F464A}" srcId="{214400F1-3425-46EC-8F02-290328656FBD}" destId="{2ED54F3C-D756-4F4B-B1A6-B31FAA0D58DA}" srcOrd="6" destOrd="0" parTransId="{7AA86684-023A-4A24-B2E2-284985279B24}" sibTransId="{7747AEF8-6142-41E8-A8ED-570C0BDD0CE4}"/>
    <dgm:cxn modelId="{66C1289C-ABDD-4857-9AD3-530CF75D48A6}" srcId="{214400F1-3425-46EC-8F02-290328656FBD}" destId="{A0A4391D-D731-4512-B034-98F2712EE3D1}" srcOrd="4" destOrd="0" parTransId="{51323E78-77D3-4637-9D31-0201CDA98963}" sibTransId="{192DD57F-2FE0-47D3-91AD-645768BDD458}"/>
    <dgm:cxn modelId="{AB53C2B3-F064-43F9-8398-CFD6DA461DA2}" type="presOf" srcId="{3A9E1F4A-A118-40FA-9E95-A83B06F08065}" destId="{FC4058B7-4C28-41F8-A2BD-02A739FD0FEA}" srcOrd="0" destOrd="0" presId="urn:microsoft.com/office/officeart/2005/8/layout/vList2"/>
    <dgm:cxn modelId="{3E770FC0-97B4-4CA6-8044-709FD3A3AE0E}" type="presOf" srcId="{E7D59FEA-B6DC-43C2-9EE4-2B859811E84F}" destId="{117E0011-8CFB-40E0-8000-8C3846219256}" srcOrd="0" destOrd="0" presId="urn:microsoft.com/office/officeart/2005/8/layout/vList2"/>
    <dgm:cxn modelId="{958023CF-E7D7-4B68-A4A5-FC87FA1F4E85}" srcId="{214400F1-3425-46EC-8F02-290328656FBD}" destId="{9D341300-4E78-434E-86DD-19209FE0582E}" srcOrd="0" destOrd="0" parTransId="{CB8F7F44-2417-4314-99E5-979AD99197EB}" sibTransId="{4202CFF3-5F5E-452F-94A3-A67E0F3997ED}"/>
    <dgm:cxn modelId="{2A1776E0-4825-447F-A6E0-E066AAF178F6}" srcId="{214400F1-3425-46EC-8F02-290328656FBD}" destId="{E7D59FEA-B6DC-43C2-9EE4-2B859811E84F}" srcOrd="7" destOrd="0" parTransId="{2D64D81D-C224-4481-870B-2AC0C09700AF}" sibTransId="{4D81585E-640F-450F-B4D3-63BFED1C8FF7}"/>
    <dgm:cxn modelId="{15719DE1-88AF-451E-88D0-D8D4978CF996}" srcId="{214400F1-3425-46EC-8F02-290328656FBD}" destId="{45A46B5F-B172-44D5-B6AD-C47181374A63}" srcOrd="5" destOrd="0" parTransId="{E33A9AB1-72AE-4FBC-BF26-B522F8FDA4B3}" sibTransId="{9132F7E1-F8D2-4EC5-9279-F7FBA39377E4}"/>
    <dgm:cxn modelId="{FED0A3FD-143F-4920-B486-25B6AAA419CA}" type="presOf" srcId="{2ED54F3C-D756-4F4B-B1A6-B31FAA0D58DA}" destId="{ACF6FDE2-DC30-4D99-B535-E7C93451FCF6}" srcOrd="0" destOrd="0" presId="urn:microsoft.com/office/officeart/2005/8/layout/vList2"/>
    <dgm:cxn modelId="{0864A4B0-C9B8-4623-A808-90BC9533E6CB}" type="presParOf" srcId="{1D44CA88-E193-4966-B3FD-5265963D654B}" destId="{0FB57AC7-2B52-4803-B104-2215A92A2808}" srcOrd="0" destOrd="0" presId="urn:microsoft.com/office/officeart/2005/8/layout/vList2"/>
    <dgm:cxn modelId="{52764C28-79CD-4E4E-B0A3-AF04F615882D}" type="presParOf" srcId="{1D44CA88-E193-4966-B3FD-5265963D654B}" destId="{8DC83EA0-9829-4116-810F-5F50B1BD3BB0}" srcOrd="1" destOrd="0" presId="urn:microsoft.com/office/officeart/2005/8/layout/vList2"/>
    <dgm:cxn modelId="{7808BF94-91F3-4C98-AE64-908C735664DE}" type="presParOf" srcId="{1D44CA88-E193-4966-B3FD-5265963D654B}" destId="{7E0F4BB5-A973-4F0F-920F-21606921B031}" srcOrd="2" destOrd="0" presId="urn:microsoft.com/office/officeart/2005/8/layout/vList2"/>
    <dgm:cxn modelId="{A718BCDF-8766-4B29-96C8-4B45A2AA5389}" type="presParOf" srcId="{1D44CA88-E193-4966-B3FD-5265963D654B}" destId="{E5729F49-0E66-4F97-A349-223BA5E98DAC}" srcOrd="3" destOrd="0" presId="urn:microsoft.com/office/officeart/2005/8/layout/vList2"/>
    <dgm:cxn modelId="{B126C777-7B92-4EB0-896E-2C640167B463}" type="presParOf" srcId="{1D44CA88-E193-4966-B3FD-5265963D654B}" destId="{9A6975C0-F0F2-4358-8C9C-ACA7DB0884B0}" srcOrd="4" destOrd="0" presId="urn:microsoft.com/office/officeart/2005/8/layout/vList2"/>
    <dgm:cxn modelId="{EB838E2C-A349-4851-99CB-3CBEE929FDCB}" type="presParOf" srcId="{1D44CA88-E193-4966-B3FD-5265963D654B}" destId="{C8F7E701-FD85-4A72-B27D-E35D30A8FF94}" srcOrd="5" destOrd="0" presId="urn:microsoft.com/office/officeart/2005/8/layout/vList2"/>
    <dgm:cxn modelId="{612381EC-1797-47CC-BF83-FB08A4B823ED}" type="presParOf" srcId="{1D44CA88-E193-4966-B3FD-5265963D654B}" destId="{FC4058B7-4C28-41F8-A2BD-02A739FD0FEA}" srcOrd="6" destOrd="0" presId="urn:microsoft.com/office/officeart/2005/8/layout/vList2"/>
    <dgm:cxn modelId="{4C8598AD-8CB8-48D2-8C3A-5E2B8F42AA14}" type="presParOf" srcId="{1D44CA88-E193-4966-B3FD-5265963D654B}" destId="{BEA50D14-CFD8-41ED-A23C-E5765D85A72F}" srcOrd="7" destOrd="0" presId="urn:microsoft.com/office/officeart/2005/8/layout/vList2"/>
    <dgm:cxn modelId="{B29203BF-4C0F-4974-B270-AAB34CEBA210}" type="presParOf" srcId="{1D44CA88-E193-4966-B3FD-5265963D654B}" destId="{45841A6F-F488-4EC7-9A1C-EFD82ABD2B9F}" srcOrd="8" destOrd="0" presId="urn:microsoft.com/office/officeart/2005/8/layout/vList2"/>
    <dgm:cxn modelId="{2C78B33A-6A19-4973-8045-80E9C0B6602B}" type="presParOf" srcId="{1D44CA88-E193-4966-B3FD-5265963D654B}" destId="{F9F55647-F386-40B9-98F9-1C54AD8BB02A}" srcOrd="9" destOrd="0" presId="urn:microsoft.com/office/officeart/2005/8/layout/vList2"/>
    <dgm:cxn modelId="{EFADA3AA-B628-4937-8639-6D7F5D9C6676}" type="presParOf" srcId="{1D44CA88-E193-4966-B3FD-5265963D654B}" destId="{01C1E53D-2A5C-4ACE-AC0F-1C7AA7386740}" srcOrd="10" destOrd="0" presId="urn:microsoft.com/office/officeart/2005/8/layout/vList2"/>
    <dgm:cxn modelId="{5EBDA80A-7749-4124-8963-E57C281FC05F}" type="presParOf" srcId="{1D44CA88-E193-4966-B3FD-5265963D654B}" destId="{FFC5CDCB-C871-4BB9-99B7-F2BDBB190598}" srcOrd="11" destOrd="0" presId="urn:microsoft.com/office/officeart/2005/8/layout/vList2"/>
    <dgm:cxn modelId="{DDA6C8C4-6CF9-4599-AFB3-24AA2892D97D}" type="presParOf" srcId="{1D44CA88-E193-4966-B3FD-5265963D654B}" destId="{ACF6FDE2-DC30-4D99-B535-E7C93451FCF6}" srcOrd="12" destOrd="0" presId="urn:microsoft.com/office/officeart/2005/8/layout/vList2"/>
    <dgm:cxn modelId="{B9EA4C9E-2734-41F9-A86A-0F04AD4A08D0}" type="presParOf" srcId="{1D44CA88-E193-4966-B3FD-5265963D654B}" destId="{82060D5B-3749-4BC6-995A-D6083CAE2912}" srcOrd="13" destOrd="0" presId="urn:microsoft.com/office/officeart/2005/8/layout/vList2"/>
    <dgm:cxn modelId="{BBBD7BD1-B83C-45B2-9EB1-47F8F10DE58D}" type="presParOf" srcId="{1D44CA88-E193-4966-B3FD-5265963D654B}" destId="{117E0011-8CFB-40E0-8000-8C3846219256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57AC7-2B52-4803-B104-2215A92A2808}">
      <dsp:nvSpPr>
        <dsp:cNvPr id="0" name=""/>
        <dsp:cNvSpPr/>
      </dsp:nvSpPr>
      <dsp:spPr>
        <a:xfrm>
          <a:off x="0" y="17959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Intro to LLMs</a:t>
          </a:r>
        </a:p>
      </dsp:txBody>
      <dsp:txXfrm>
        <a:off x="29985" y="47944"/>
        <a:ext cx="6606863" cy="554280"/>
      </dsp:txXfrm>
    </dsp:sp>
    <dsp:sp modelId="{7E0F4BB5-A973-4F0F-920F-21606921B031}">
      <dsp:nvSpPr>
        <dsp:cNvPr id="0" name=""/>
        <dsp:cNvSpPr/>
      </dsp:nvSpPr>
      <dsp:spPr>
        <a:xfrm>
          <a:off x="0" y="704209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1736021"/>
                <a:satOff val="-118"/>
                <a:lumOff val="2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736021"/>
                <a:satOff val="-118"/>
                <a:lumOff val="2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736021"/>
                <a:satOff val="-118"/>
                <a:lumOff val="2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Limitations of LLMs</a:t>
          </a:r>
        </a:p>
      </dsp:txBody>
      <dsp:txXfrm>
        <a:off x="29985" y="734194"/>
        <a:ext cx="6606863" cy="554280"/>
      </dsp:txXfrm>
    </dsp:sp>
    <dsp:sp modelId="{9A6975C0-F0F2-4358-8C9C-ACA7DB0884B0}">
      <dsp:nvSpPr>
        <dsp:cNvPr id="0" name=""/>
        <dsp:cNvSpPr/>
      </dsp:nvSpPr>
      <dsp:spPr>
        <a:xfrm>
          <a:off x="0" y="1390459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3472043"/>
                <a:satOff val="-236"/>
                <a:lumOff val="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472043"/>
                <a:satOff val="-236"/>
                <a:lumOff val="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472043"/>
                <a:satOff val="-236"/>
                <a:lumOff val="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RAG saves the day</a:t>
          </a:r>
        </a:p>
      </dsp:txBody>
      <dsp:txXfrm>
        <a:off x="29985" y="1420444"/>
        <a:ext cx="6606863" cy="554280"/>
      </dsp:txXfrm>
    </dsp:sp>
    <dsp:sp modelId="{FC4058B7-4C28-41F8-A2BD-02A739FD0FEA}">
      <dsp:nvSpPr>
        <dsp:cNvPr id="0" name=""/>
        <dsp:cNvSpPr/>
      </dsp:nvSpPr>
      <dsp:spPr>
        <a:xfrm>
          <a:off x="0" y="2076710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5208064"/>
                <a:satOff val="-354"/>
                <a:lumOff val="84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08064"/>
                <a:satOff val="-354"/>
                <a:lumOff val="84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08064"/>
                <a:satOff val="-354"/>
                <a:lumOff val="84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RAG Architecture</a:t>
          </a:r>
        </a:p>
      </dsp:txBody>
      <dsp:txXfrm>
        <a:off x="29985" y="2106695"/>
        <a:ext cx="6606863" cy="554280"/>
      </dsp:txXfrm>
    </dsp:sp>
    <dsp:sp modelId="{45841A6F-F488-4EC7-9A1C-EFD82ABD2B9F}">
      <dsp:nvSpPr>
        <dsp:cNvPr id="0" name=""/>
        <dsp:cNvSpPr/>
      </dsp:nvSpPr>
      <dsp:spPr>
        <a:xfrm>
          <a:off x="0" y="2762960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6944086"/>
                <a:satOff val="-472"/>
                <a:lumOff val="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944086"/>
                <a:satOff val="-472"/>
                <a:lumOff val="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944086"/>
                <a:satOff val="-472"/>
                <a:lumOff val="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Applications of RAG</a:t>
          </a:r>
        </a:p>
      </dsp:txBody>
      <dsp:txXfrm>
        <a:off x="29985" y="2792945"/>
        <a:ext cx="6606863" cy="554280"/>
      </dsp:txXfrm>
    </dsp:sp>
    <dsp:sp modelId="{01C1E53D-2A5C-4ACE-AC0F-1C7AA7386740}">
      <dsp:nvSpPr>
        <dsp:cNvPr id="0" name=""/>
        <dsp:cNvSpPr/>
      </dsp:nvSpPr>
      <dsp:spPr>
        <a:xfrm>
          <a:off x="0" y="3449210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8680107"/>
                <a:satOff val="-590"/>
                <a:lumOff val="14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680107"/>
                <a:satOff val="-590"/>
                <a:lumOff val="14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680107"/>
                <a:satOff val="-590"/>
                <a:lumOff val="14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Limitations of RAG</a:t>
          </a:r>
        </a:p>
      </dsp:txBody>
      <dsp:txXfrm>
        <a:off x="29985" y="3479195"/>
        <a:ext cx="6606863" cy="554280"/>
      </dsp:txXfrm>
    </dsp:sp>
    <dsp:sp modelId="{ACF6FDE2-DC30-4D99-B535-E7C93451FCF6}">
      <dsp:nvSpPr>
        <dsp:cNvPr id="0" name=""/>
        <dsp:cNvSpPr/>
      </dsp:nvSpPr>
      <dsp:spPr>
        <a:xfrm>
          <a:off x="0" y="4135460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10416129"/>
                <a:satOff val="-708"/>
                <a:lumOff val="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416129"/>
                <a:satOff val="-708"/>
                <a:lumOff val="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416129"/>
                <a:satOff val="-708"/>
                <a:lumOff val="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Optimizing RAG</a:t>
          </a:r>
        </a:p>
      </dsp:txBody>
      <dsp:txXfrm>
        <a:off x="29985" y="4165445"/>
        <a:ext cx="6606863" cy="554280"/>
      </dsp:txXfrm>
    </dsp:sp>
    <dsp:sp modelId="{117E0011-8CFB-40E0-8000-8C3846219256}">
      <dsp:nvSpPr>
        <dsp:cNvPr id="0" name=""/>
        <dsp:cNvSpPr/>
      </dsp:nvSpPr>
      <dsp:spPr>
        <a:xfrm>
          <a:off x="0" y="4821709"/>
          <a:ext cx="6666833" cy="61425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Conclusion</a:t>
          </a:r>
        </a:p>
      </dsp:txBody>
      <dsp:txXfrm>
        <a:off x="29985" y="4851694"/>
        <a:ext cx="6606863" cy="554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can of a human brain in a neurology clinic">
            <a:extLst>
              <a:ext uri="{FF2B5EF4-FFF2-40B4-BE49-F238E27FC236}">
                <a16:creationId xmlns:a16="http://schemas.microsoft.com/office/drawing/2014/main" id="{77AB5B68-B33C-912E-3168-0C7B37BAE9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13818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28C72-1305-77DC-A86F-8C0DF26BF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951615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400">
                <a:solidFill>
                  <a:schemeClr val="accent2"/>
                </a:solidFill>
              </a:rPr>
              <a:t>Retrieval</a:t>
            </a:r>
            <a:r>
              <a:rPr lang="en-US" sz="3400"/>
              <a:t> </a:t>
            </a:r>
            <a:br>
              <a:rPr lang="en-US" sz="3400"/>
            </a:br>
            <a:r>
              <a:rPr lang="en-US" sz="3400"/>
              <a:t>Augmented</a:t>
            </a:r>
            <a:br>
              <a:rPr lang="en-US" sz="3400"/>
            </a:br>
            <a:r>
              <a:rPr lang="en-US" sz="3400">
                <a:solidFill>
                  <a:schemeClr val="accent3">
                    <a:lumMod val="60000"/>
                    <a:lumOff val="40000"/>
                  </a:schemeClr>
                </a:solidFill>
              </a:rPr>
              <a:t>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8EED61-C7E0-D5A6-B663-50B7FD4F2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/>
              <a:t>Brian Msane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8864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2DC3E-1B8A-F601-FA7F-489DCB25F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3FDCFF-27C4-D884-2859-750B607BBB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781738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3412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70156-0F26-BD26-FBAF-4FAC4F1B9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27" y="4908"/>
            <a:ext cx="12191998" cy="1408689"/>
          </a:xfrm>
        </p:spPr>
        <p:txBody>
          <a:bodyPr/>
          <a:lstStyle/>
          <a:p>
            <a:pPr algn="r"/>
            <a:r>
              <a:rPr lang="en-US">
                <a:solidFill>
                  <a:srgbClr val="00B0F0"/>
                </a:solidFill>
              </a:rPr>
              <a:t>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D58DC-AEF2-254B-AFD6-090A97D0F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87" y="1146753"/>
            <a:ext cx="12178145" cy="57090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Data </a:t>
            </a:r>
            <a:r>
              <a:rPr lang="en-US"/>
              <a:t>is collected from internet crawls</a:t>
            </a:r>
          </a:p>
          <a:p>
            <a:r>
              <a:rPr lang="en-US">
                <a:solidFill>
                  <a:schemeClr val="accent4"/>
                </a:solidFill>
              </a:rPr>
              <a:t>Pre-training</a:t>
            </a:r>
            <a:r>
              <a:rPr lang="en-US"/>
              <a:t> (GPUs, Transformer backbone, runs for days)</a:t>
            </a:r>
          </a:p>
          <a:p>
            <a:r>
              <a:rPr lang="en-US"/>
              <a:t>The model weights are more or less  </a:t>
            </a:r>
            <a:r>
              <a:rPr lang="en-US">
                <a:solidFill>
                  <a:srgbClr val="FFC000"/>
                </a:solidFill>
              </a:rPr>
              <a:t>lossless compression of the internet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After this, the model undergoes </a:t>
            </a:r>
            <a:r>
              <a:rPr lang="en-US">
                <a:solidFill>
                  <a:schemeClr val="accent6"/>
                </a:solidFill>
              </a:rPr>
              <a:t>fine-tuning</a:t>
            </a:r>
            <a:r>
              <a:rPr lang="en-US"/>
              <a:t>. [user, assistant messages]</a:t>
            </a:r>
          </a:p>
          <a:p>
            <a:r>
              <a:rPr lang="en-US"/>
              <a:t>Here the model is trained to be good at some tasks. Think of </a:t>
            </a:r>
            <a:r>
              <a:rPr lang="en-US">
                <a:solidFill>
                  <a:srgbClr val="7030A0"/>
                </a:solidFill>
              </a:rPr>
              <a:t>GPTs by OpenAI</a:t>
            </a:r>
          </a:p>
          <a:p>
            <a:endParaRPr lang="en-US">
              <a:solidFill>
                <a:srgbClr val="7030A0"/>
              </a:solidFill>
            </a:endParaRPr>
          </a:p>
          <a:p>
            <a:r>
              <a:rPr lang="en-US"/>
              <a:t>The model performs </a:t>
            </a:r>
            <a:r>
              <a:rPr lang="en-US">
                <a:solidFill>
                  <a:srgbClr val="FF0000"/>
                </a:solidFill>
              </a:rPr>
              <a:t>next-word prediction at inference</a:t>
            </a:r>
            <a:r>
              <a:rPr lang="en-US"/>
              <a:t> and when we use it we normally use 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one-shot inference</a:t>
            </a:r>
            <a:r>
              <a:rPr lang="en-US"/>
              <a:t>.</a:t>
            </a:r>
          </a:p>
          <a:p>
            <a:r>
              <a:rPr lang="en-US"/>
              <a:t>"The result is as good as the prompt" - OpenAI. This emphasizes the need for better </a:t>
            </a:r>
            <a:r>
              <a:rPr lang="en-US">
                <a:solidFill>
                  <a:srgbClr val="FF0000"/>
                </a:solidFill>
              </a:rPr>
              <a:t>prompt engineering.</a:t>
            </a:r>
            <a:r>
              <a:rPr lang="en-US"/>
              <a:t> (Zero-shot, one-shot, few-shots prompting)</a:t>
            </a:r>
          </a:p>
        </p:txBody>
      </p:sp>
    </p:spTree>
    <p:extLst>
      <p:ext uri="{BB962C8B-B14F-4D97-AF65-F5344CB8AC3E}">
        <p14:creationId xmlns:p14="http://schemas.microsoft.com/office/powerpoint/2010/main" val="729607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821FC-5E14-34CC-C31A-4EFC1DCBF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4" y="5692"/>
            <a:ext cx="12168995" cy="1282429"/>
          </a:xfrm>
        </p:spPr>
        <p:txBody>
          <a:bodyPr/>
          <a:lstStyle/>
          <a:p>
            <a:pPr algn="r"/>
            <a:r>
              <a:rPr lang="en-US">
                <a:solidFill>
                  <a:srgbClr val="00B0F0"/>
                </a:solidFill>
              </a:rPr>
              <a:t>Limitations of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9AD89-DB19-F8EE-362E-CBD35A66D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064" y="1709823"/>
            <a:ext cx="10575724" cy="45886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Training data is </a:t>
            </a:r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not up-to-date</a:t>
            </a:r>
            <a:endParaRPr lang="en-US">
              <a:solidFill>
                <a:srgbClr val="FF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Gpt-3.5-turbo  -&gt;  </a:t>
            </a:r>
            <a:r>
              <a:rPr lang="en-US" err="1"/>
              <a:t>Upto</a:t>
            </a:r>
            <a:r>
              <a:rPr lang="en-US"/>
              <a:t> </a:t>
            </a:r>
            <a:r>
              <a:rPr lang="en-US" err="1"/>
              <a:t>Septermber</a:t>
            </a:r>
            <a:r>
              <a:rPr lang="en-US"/>
              <a:t> 2021 (OpenAI)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Gpt-4-turbo      -&gt;  </a:t>
            </a:r>
            <a:r>
              <a:rPr lang="en-US" err="1"/>
              <a:t>Upto</a:t>
            </a:r>
            <a:r>
              <a:rPr lang="en-US"/>
              <a:t> December 2023 (OpenAI)</a:t>
            </a:r>
          </a:p>
          <a:p>
            <a:r>
              <a:rPr lang="en-US"/>
              <a:t>No </a:t>
            </a: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enterprise </a:t>
            </a:r>
            <a:r>
              <a:rPr lang="en-US"/>
              <a:t>information</a:t>
            </a:r>
          </a:p>
          <a:p>
            <a:r>
              <a:rPr lang="en-US"/>
              <a:t>False information (</a:t>
            </a:r>
            <a:r>
              <a:rPr lang="en-US">
                <a:solidFill>
                  <a:srgbClr val="7030A0"/>
                </a:solidFill>
              </a:rPr>
              <a:t>Hallucination</a:t>
            </a:r>
            <a:r>
              <a:rPr lang="en-US"/>
              <a:t>)</a:t>
            </a:r>
          </a:p>
          <a:p>
            <a:r>
              <a:rPr lang="en-US">
                <a:solidFill>
                  <a:schemeClr val="accent2"/>
                </a:solidFill>
              </a:rPr>
              <a:t>Privacy </a:t>
            </a:r>
            <a:r>
              <a:rPr lang="en-US"/>
              <a:t>concerns</a:t>
            </a:r>
          </a:p>
          <a:p>
            <a:r>
              <a:rPr lang="en-US">
                <a:solidFill>
                  <a:schemeClr val="accent3">
                    <a:lumMod val="60000"/>
                    <a:lumOff val="40000"/>
                  </a:schemeClr>
                </a:solidFill>
              </a:rPr>
              <a:t>Biased content</a:t>
            </a:r>
            <a:r>
              <a:rPr lang="en-US"/>
              <a:t> (Responsible AI)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The information used when training the LLMs contains </a:t>
            </a:r>
            <a:r>
              <a:rPr lang="en-US">
                <a:solidFill>
                  <a:srgbClr val="FF0000"/>
                </a:solidFill>
              </a:rPr>
              <a:t>cultural biases</a:t>
            </a:r>
          </a:p>
          <a:p>
            <a:r>
              <a:rPr lang="en-US"/>
              <a:t>Etc.,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14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00725-0D06-B67C-50FB-828510B48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27" y="4907"/>
            <a:ext cx="12191999" cy="1283999"/>
          </a:xfrm>
        </p:spPr>
        <p:txBody>
          <a:bodyPr/>
          <a:lstStyle/>
          <a:p>
            <a:pPr algn="r"/>
            <a:r>
              <a:rPr lang="en-US">
                <a:solidFill>
                  <a:srgbClr val="00B0F0"/>
                </a:solidFill>
              </a:rPr>
              <a:t>RAG saves the day!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A8AA0-8238-450E-CCEB-7653484A9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927" y="1714790"/>
            <a:ext cx="12205853" cy="51410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accent6"/>
                </a:solidFill>
              </a:rPr>
              <a:t>Ingest your enterprise or personal data </a:t>
            </a:r>
            <a:r>
              <a:rPr lang="en-US"/>
              <a:t>into the model</a:t>
            </a:r>
          </a:p>
          <a:p>
            <a:r>
              <a:rPr lang="en-US">
                <a:solidFill>
                  <a:schemeClr val="accent6"/>
                </a:solidFill>
              </a:rPr>
              <a:t>Context window 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>
                <a:latin typeface="Arial"/>
                <a:cs typeface="Arial"/>
              </a:rPr>
              <a:t>Gpt-3.5-turbo   -&gt;   16,385 tokens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>
                <a:latin typeface="Arial"/>
                <a:cs typeface="Arial"/>
              </a:rPr>
              <a:t>Gpt-4-turbo       -&gt;  128,000 tokens</a:t>
            </a:r>
          </a:p>
          <a:p>
            <a:r>
              <a:rPr lang="en-US">
                <a:solidFill>
                  <a:srgbClr val="FF0000"/>
                </a:solidFill>
              </a:rPr>
              <a:t>Reduced Hallucination</a:t>
            </a:r>
            <a:r>
              <a:rPr lang="en-US"/>
              <a:t>. Factual answer else no response command!</a:t>
            </a:r>
          </a:p>
          <a:p>
            <a:r>
              <a:rPr lang="en-US"/>
              <a:t>Since you are using the </a:t>
            </a:r>
            <a:r>
              <a:rPr lang="en-US">
                <a:solidFill>
                  <a:srgbClr val="00B050"/>
                </a:solidFill>
              </a:rPr>
              <a:t>reasoning</a:t>
            </a:r>
            <a:r>
              <a:rPr lang="en-US"/>
              <a:t>, and </a:t>
            </a:r>
            <a:r>
              <a:rPr lang="en-US">
                <a:solidFill>
                  <a:srgbClr val="00B050"/>
                </a:solidFill>
              </a:rPr>
              <a:t>language representation</a:t>
            </a:r>
            <a:r>
              <a:rPr lang="en-US"/>
              <a:t> aspects of the model you are less likely to experience the biases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45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0BAF6-AA5F-23E0-10B6-9E7266A90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609" y="140756"/>
            <a:ext cx="8245415" cy="1057714"/>
          </a:xfrm>
        </p:spPr>
        <p:txBody>
          <a:bodyPr anchor="b">
            <a:normAutofit/>
          </a:bodyPr>
          <a:lstStyle/>
          <a:p>
            <a:pPr algn="r"/>
            <a:r>
              <a:rPr lang="en-US" sz="5000">
                <a:solidFill>
                  <a:srgbClr val="00B0F0"/>
                </a:solidFill>
              </a:rPr>
              <a:t>RAG Architecture</a:t>
            </a:r>
            <a:endParaRPr lang="en-US">
              <a:solidFill>
                <a:srgbClr val="00B0F0"/>
              </a:solidFill>
            </a:endParaRPr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695C884A-F31B-F749-1DF7-F47869554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The information to be ingested is collected and </a:t>
            </a:r>
            <a:r>
              <a:rPr lang="en-US" sz="2200">
                <a:solidFill>
                  <a:schemeClr val="bg1">
                    <a:lumMod val="50000"/>
                  </a:schemeClr>
                </a:solidFill>
              </a:rPr>
              <a:t>organized</a:t>
            </a:r>
            <a:r>
              <a:rPr lang="en-US" sz="2200"/>
              <a:t>. </a:t>
            </a:r>
          </a:p>
          <a:p>
            <a:r>
              <a:rPr lang="en-US" sz="2200"/>
              <a:t>From there, it is split into </a:t>
            </a:r>
            <a:r>
              <a:rPr lang="en-US" sz="2200">
                <a:solidFill>
                  <a:srgbClr val="FFC000"/>
                </a:solidFill>
              </a:rPr>
              <a:t>manageable chunks</a:t>
            </a:r>
            <a:r>
              <a:rPr lang="en-US" sz="2200"/>
              <a:t> (the idea is the each has one detail)</a:t>
            </a:r>
          </a:p>
          <a:p>
            <a:r>
              <a:rPr lang="en-US" sz="2200">
                <a:solidFill>
                  <a:schemeClr val="accent1">
                    <a:lumMod val="60000"/>
                    <a:lumOff val="40000"/>
                  </a:schemeClr>
                </a:solidFill>
              </a:rPr>
              <a:t>Retrieval</a:t>
            </a:r>
          </a:p>
          <a:p>
            <a:r>
              <a:rPr lang="en-US" sz="2200">
                <a:solidFill>
                  <a:srgbClr val="FF0000"/>
                </a:solidFill>
              </a:rPr>
              <a:t>Generation</a:t>
            </a:r>
          </a:p>
        </p:txBody>
      </p:sp>
      <p:pic>
        <p:nvPicPr>
          <p:cNvPr id="5" name="Content Placeholder 4" descr="A diagram of a diagram of a document&#10;&#10;Description automatically generated">
            <a:extLst>
              <a:ext uri="{FF2B5EF4-FFF2-40B4-BE49-F238E27FC236}">
                <a16:creationId xmlns:a16="http://schemas.microsoft.com/office/drawing/2014/main" id="{CCE75EC9-EE28-5138-3945-85EEFC6F94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83692" y="2117018"/>
            <a:ext cx="6903720" cy="409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071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BEDBB-0E26-1EEF-BC94-AAD95B0CA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28" y="4908"/>
            <a:ext cx="12192000" cy="1062325"/>
          </a:xfrm>
        </p:spPr>
        <p:txBody>
          <a:bodyPr/>
          <a:lstStyle/>
          <a:p>
            <a:pPr algn="r"/>
            <a:r>
              <a:rPr lang="en-US">
                <a:solidFill>
                  <a:srgbClr val="00B0F0"/>
                </a:solidFill>
              </a:rPr>
              <a:t>Applications of 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0098B-DCEA-1E9F-1584-8A0E35BEB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0781" y="1409989"/>
            <a:ext cx="12191999" cy="54319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accent6"/>
                </a:solidFill>
              </a:rPr>
              <a:t>Personal RAG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Have your documents on Drive, Dropbox, WhatsApp conversations, basically anywhere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Connect them all and query at once.</a:t>
            </a:r>
          </a:p>
          <a:p>
            <a:r>
              <a:rPr lang="en-US">
                <a:solidFill>
                  <a:srgbClr val="FFC000"/>
                </a:solidFill>
              </a:rPr>
              <a:t>Information Intensive Tasks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Need for factual information</a:t>
            </a:r>
          </a:p>
          <a:p>
            <a:r>
              <a:rPr lang="en-US">
                <a:solidFill>
                  <a:srgbClr val="FF0000"/>
                </a:solidFill>
              </a:rPr>
              <a:t>Chatbots and Customer Service</a:t>
            </a:r>
          </a:p>
          <a:p>
            <a:r>
              <a:rPr lang="en-US" err="1">
                <a:solidFill>
                  <a:schemeClr val="accent6"/>
                </a:solidFill>
              </a:rPr>
              <a:t>Etihuku</a:t>
            </a:r>
            <a:r>
              <a:rPr lang="en-US">
                <a:solidFill>
                  <a:schemeClr val="accent6"/>
                </a:solidFill>
              </a:rPr>
              <a:t> </a:t>
            </a:r>
            <a:r>
              <a:rPr lang="en-US"/>
              <a:t>Use Case (Demo)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Store information about the </a:t>
            </a: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company, its projects, employees, and all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When an employee has a question about a project, they simply ask </a:t>
            </a:r>
            <a:r>
              <a:rPr lang="en-US">
                <a:solidFill>
                  <a:srgbClr val="00B0F0"/>
                </a:solidFill>
              </a:rPr>
              <a:t>query </a:t>
            </a:r>
            <a:r>
              <a:rPr lang="en-US"/>
              <a:t>RAG.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Follows the architecture and brings back a </a:t>
            </a:r>
            <a:r>
              <a:rPr lang="en-US">
                <a:solidFill>
                  <a:srgbClr val="00B0F0"/>
                </a:solidFill>
              </a:rPr>
              <a:t>detailed response</a:t>
            </a:r>
          </a:p>
          <a:p>
            <a:r>
              <a:rPr lang="en-US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97294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12526-F958-B35D-1CEB-50F0A0B67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27" y="4907"/>
            <a:ext cx="12178145" cy="1159309"/>
          </a:xfrm>
        </p:spPr>
        <p:txBody>
          <a:bodyPr/>
          <a:lstStyle/>
          <a:p>
            <a:pPr algn="r"/>
            <a:r>
              <a:rPr lang="en-US">
                <a:solidFill>
                  <a:srgbClr val="00B0F0"/>
                </a:solidFill>
              </a:rPr>
              <a:t>Limitations of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8FE49-9E9A-F995-83FA-5A33FEA2C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9" y="1174463"/>
            <a:ext cx="12164289" cy="56813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Latency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r>
              <a:rPr lang="en-US" sz="2400">
                <a:ea typeface="+mn-lt"/>
                <a:cs typeface="+mn-lt"/>
              </a:rPr>
              <a:t>Even </a:t>
            </a:r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more privacy issues</a:t>
            </a:r>
            <a:r>
              <a:rPr lang="en-US" sz="2400">
                <a:ea typeface="+mn-lt"/>
                <a:cs typeface="+mn-lt"/>
              </a:rPr>
              <a:t> when you give your proprietary data into closed source model (OpenAI)</a:t>
            </a:r>
            <a:endParaRPr 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On-device language models can be used but they have limitations (Train model, train assistant)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000">
                <a:latin typeface="Arial"/>
                <a:cs typeface="Arial"/>
              </a:rPr>
              <a:t>Llama3 70B (parameters and run files)</a:t>
            </a:r>
          </a:p>
          <a:p>
            <a:pPr lvl="1">
              <a:buFont typeface="Courier New,monospace" panose="020B0604020202020204" pitchFamily="34" charset="0"/>
              <a:buChar char="o"/>
            </a:pPr>
            <a:endParaRPr lang="en-US" sz="2000">
              <a:latin typeface="Arial"/>
              <a:cs typeface="Arial"/>
            </a:endParaRPr>
          </a:p>
          <a:p>
            <a:r>
              <a:rPr lang="en-US"/>
              <a:t>Questions within the pipeline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Which is the best </a:t>
            </a:r>
            <a:r>
              <a:rPr lang="en-US">
                <a:solidFill>
                  <a:srgbClr val="FF0000"/>
                </a:solidFill>
              </a:rPr>
              <a:t>splitting strategy</a:t>
            </a:r>
            <a:r>
              <a:rPr lang="en-US"/>
              <a:t>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How much information should be retrieved? [</a:t>
            </a:r>
            <a:r>
              <a:rPr lang="en-US">
                <a:solidFill>
                  <a:schemeClr val="accent6"/>
                </a:solidFill>
              </a:rPr>
              <a:t>Retrieval Strategy</a:t>
            </a:r>
            <a:r>
              <a:rPr lang="en-US"/>
              <a:t>]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What is the best </a:t>
            </a: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embedding model</a:t>
            </a:r>
            <a:r>
              <a:rPr lang="en-US"/>
              <a:t>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What is the suitable</a:t>
            </a:r>
            <a:r>
              <a:rPr lang="en-US">
                <a:solidFill>
                  <a:srgbClr val="00B050"/>
                </a:solidFill>
              </a:rPr>
              <a:t> vector database</a:t>
            </a:r>
            <a:r>
              <a:rPr lang="en-US"/>
              <a:t>?</a:t>
            </a:r>
          </a:p>
          <a:p>
            <a:endParaRPr lang="en-US"/>
          </a:p>
          <a:p>
            <a:r>
              <a:rPr lang="en-US"/>
              <a:t>RAG evaluation is mandatory! (</a:t>
            </a:r>
            <a:r>
              <a:rPr lang="en-US">
                <a:solidFill>
                  <a:schemeClr val="accent6"/>
                </a:solidFill>
              </a:rPr>
              <a:t>RAGAS</a:t>
            </a:r>
            <a:r>
              <a:rPr lang="en-US"/>
              <a:t>)</a:t>
            </a:r>
          </a:p>
          <a:p>
            <a:pPr marL="4572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79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B801-5284-5F8D-8F41-41ABB009F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27" y="4907"/>
            <a:ext cx="12205853" cy="1117745"/>
          </a:xfrm>
        </p:spPr>
        <p:txBody>
          <a:bodyPr/>
          <a:lstStyle/>
          <a:p>
            <a:pPr algn="r"/>
            <a:r>
              <a:rPr lang="en-US">
                <a:solidFill>
                  <a:srgbClr val="00B0F0"/>
                </a:solidFill>
              </a:rPr>
              <a:t>Optimizing 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A1739-C330-6164-E221-2747191C3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8" y="1299155"/>
            <a:ext cx="12205853" cy="55843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0000"/>
                </a:solidFill>
              </a:rPr>
              <a:t>Routing 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Web search, multiple data sources</a:t>
            </a:r>
          </a:p>
          <a:p>
            <a:r>
              <a:rPr lang="en-US" err="1">
                <a:solidFill>
                  <a:srgbClr val="00B0F0"/>
                </a:solidFill>
              </a:rPr>
              <a:t>GraphRAG</a:t>
            </a:r>
            <a:endParaRPr lang="en-US">
              <a:solidFill>
                <a:srgbClr val="00B0F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Use a graph database to represent information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Entities and relationships are captured</a:t>
            </a:r>
          </a:p>
          <a:p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Query Optimization Strategies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Multi-Query (Produce multiple questions related to user query)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>
                <a:latin typeface="Arial"/>
                <a:cs typeface="Arial"/>
              </a:rPr>
              <a:t>Decomposition (What car does the president of South Africa drives?)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RAG Fusion (Reciprocal Rank filter after decomposition)</a:t>
            </a:r>
          </a:p>
          <a:p>
            <a:r>
              <a:rPr lang="en-US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Adaptive RAG</a:t>
            </a:r>
          </a:p>
          <a:p>
            <a:r>
              <a:rPr lang="en-US">
                <a:solidFill>
                  <a:srgbClr val="00B050"/>
                </a:solidFill>
              </a:rPr>
              <a:t>Memory </a:t>
            </a:r>
            <a:r>
              <a:rPr lang="en-US"/>
              <a:t>(Keep track of conversations)</a:t>
            </a:r>
          </a:p>
        </p:txBody>
      </p:sp>
    </p:spTree>
    <p:extLst>
      <p:ext uri="{BB962C8B-B14F-4D97-AF65-F5344CB8AC3E}">
        <p14:creationId xmlns:p14="http://schemas.microsoft.com/office/powerpoint/2010/main" val="3991879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86F04-4D0A-E316-1446-EBBD13D7B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27" y="4907"/>
            <a:ext cx="12205853" cy="902085"/>
          </a:xfrm>
        </p:spPr>
        <p:txBody>
          <a:bodyPr/>
          <a:lstStyle/>
          <a:p>
            <a:pPr algn="r"/>
            <a:r>
              <a:rPr lang="en-US">
                <a:solidFill>
                  <a:srgbClr val="00B0F0"/>
                </a:solidFill>
                <a:ea typeface="+mj-lt"/>
                <a:cs typeface="+mj-lt"/>
              </a:rPr>
              <a:t>Optimizing RAG</a:t>
            </a:r>
            <a:endParaRPr lang="en-US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DED22-96E8-D149-3989-8819548EE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6927" y="911487"/>
            <a:ext cx="12192522" cy="59443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Multi-modal RAG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>
                <a:latin typeface="Arial"/>
                <a:cs typeface="Arial"/>
              </a:rPr>
              <a:t>Text, Video, Images, Audio, </a:t>
            </a:r>
            <a:r>
              <a:rPr lang="en-US" err="1">
                <a:latin typeface="Arial"/>
                <a:cs typeface="Arial"/>
              </a:rPr>
              <a:t>etc</a:t>
            </a:r>
            <a:r>
              <a:rPr lang="en-US">
                <a:latin typeface="Arial"/>
                <a:cs typeface="Arial"/>
              </a:rPr>
              <a:t>,</a:t>
            </a:r>
            <a:endParaRPr lang="en-US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  <a:latin typeface="Aptos"/>
                <a:cs typeface="Arial"/>
              </a:rPr>
              <a:t>Embedding models and vector databases</a:t>
            </a:r>
            <a:r>
              <a:rPr lang="en-US">
                <a:latin typeface="Aptos"/>
                <a:cs typeface="Arial"/>
              </a:rPr>
              <a:t> to store each format</a:t>
            </a:r>
            <a:endParaRPr lang="en-US">
              <a:latin typeface="Arial"/>
              <a:cs typeface="Arial"/>
            </a:endParaRPr>
          </a:p>
          <a:p>
            <a:endParaRPr lang="en-US"/>
          </a:p>
          <a:p>
            <a:r>
              <a:rPr lang="en-US"/>
              <a:t>Agentic Workflow (AI Agents Architecture)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AI agents take self-determined tasks to accomplish pre-defined goals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The architecture has four main design principles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solidFill>
                  <a:srgbClr val="FF0000"/>
                </a:solidFill>
              </a:rPr>
              <a:t>Reflection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solidFill>
                  <a:schemeClr val="accent6"/>
                </a:solidFill>
              </a:rPr>
              <a:t>Tool use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solidFill>
                  <a:srgbClr val="00B0F0"/>
                </a:solidFill>
              </a:rPr>
              <a:t>Multi-agent collaboration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Planning </a:t>
            </a:r>
            <a:r>
              <a:rPr lang="en-US"/>
              <a:t>(breaking down high-level tasks into smaller ones)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000000"/>
                </a:solidFill>
              </a:rPr>
              <a:t>"GPT-3.5 can reach the reasoning capabilities of GPT-4 when used in an agentic workflow"</a:t>
            </a:r>
            <a:r>
              <a:rPr lang="en-US"/>
              <a:t> - </a:t>
            </a:r>
            <a:r>
              <a:rPr lang="en-US">
                <a:solidFill>
                  <a:srgbClr val="00B0F0"/>
                </a:solidFill>
              </a:rPr>
              <a:t>Andrew Ng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27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82348-687D-5F3B-C62D-10DBD9F08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" y="1710"/>
            <a:ext cx="12181021" cy="1173162"/>
          </a:xfrm>
        </p:spPr>
        <p:txBody>
          <a:bodyPr/>
          <a:lstStyle/>
          <a:p>
            <a:pPr algn="r"/>
            <a:r>
              <a:rPr lang="en-US">
                <a:solidFill>
                  <a:srgbClr val="00B0F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4BAF0-4CAE-7A1D-EB33-D99D0C91C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95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LLMs have </a:t>
            </a: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extra-ordinary reasoning capabilities.</a:t>
            </a:r>
          </a:p>
          <a:p>
            <a:r>
              <a:rPr lang="en-US"/>
              <a:t> We can </a:t>
            </a:r>
            <a:r>
              <a:rPr lang="en-US">
                <a:solidFill>
                  <a:srgbClr val="00B0F0"/>
                </a:solidFill>
              </a:rPr>
              <a:t>overcome </a:t>
            </a:r>
            <a:r>
              <a:rPr lang="en-US"/>
              <a:t>their limitation through the use of RAG</a:t>
            </a:r>
          </a:p>
          <a:p>
            <a:r>
              <a:rPr lang="en-US"/>
              <a:t>With the </a:t>
            </a:r>
            <a:r>
              <a:rPr lang="en-US">
                <a:solidFill>
                  <a:schemeClr val="accent5"/>
                </a:solidFill>
              </a:rPr>
              <a:t>optimization strategies</a:t>
            </a:r>
            <a:r>
              <a:rPr lang="en-US"/>
              <a:t> seen earlier, RAG can be harnessed so it works best in our environment</a:t>
            </a:r>
          </a:p>
          <a:p>
            <a:r>
              <a:rPr lang="en-US"/>
              <a:t>The LLMs that are a foundation are of RAG are </a:t>
            </a:r>
            <a:r>
              <a:rPr lang="en-US">
                <a:solidFill>
                  <a:srgbClr val="0070C0"/>
                </a:solidFill>
              </a:rPr>
              <a:t>improved </a:t>
            </a:r>
            <a:r>
              <a:rPr lang="en-US"/>
              <a:t>now and then (</a:t>
            </a:r>
            <a:r>
              <a:rPr lang="en-US" err="1"/>
              <a:t>Groq</a:t>
            </a:r>
            <a:r>
              <a:rPr lang="en-US"/>
              <a:t>, GTP-5, </a:t>
            </a:r>
            <a:r>
              <a:rPr lang="en-US" err="1"/>
              <a:t>etc</a:t>
            </a:r>
            <a:r>
              <a:rPr lang="en-US"/>
              <a:t>,). Even the </a:t>
            </a:r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open-source</a:t>
            </a:r>
            <a:r>
              <a:rPr lang="en-US"/>
              <a:t> community is growing and becoming better (Llama3, Mistral, </a:t>
            </a:r>
            <a:r>
              <a:rPr lang="en-US" err="1"/>
              <a:t>etc</a:t>
            </a:r>
            <a:r>
              <a:rPr lang="en-US"/>
              <a:t>,.)</a:t>
            </a:r>
          </a:p>
          <a:p>
            <a:r>
              <a:rPr lang="en-US"/>
              <a:t>This is a fast-paced industry so more and more enhancements will come in time.</a:t>
            </a:r>
          </a:p>
          <a:p>
            <a:r>
              <a:rPr lang="en-US"/>
              <a:t>Overall, let's do the most with RAG....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90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DFA5-AA31-6E50-90E9-072AC6697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861" y="2868980"/>
            <a:ext cx="12168553" cy="112749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n-US" sz="8000" b="1">
                <a:solidFill>
                  <a:srgbClr val="00B0F0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15132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Retrieval  Augmented Generation</vt:lpstr>
      <vt:lpstr>Agenda</vt:lpstr>
      <vt:lpstr>LLMs</vt:lpstr>
      <vt:lpstr>Limitations of LLMs</vt:lpstr>
      <vt:lpstr>RAG saves the day!</vt:lpstr>
      <vt:lpstr>RAG Architecture</vt:lpstr>
      <vt:lpstr>Applications of RAG</vt:lpstr>
      <vt:lpstr>Limitations of RAG</vt:lpstr>
      <vt:lpstr>Optimizing RAG</vt:lpstr>
      <vt:lpstr>Optimizing RAG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2024-07-10T10:06:21Z</dcterms:created>
  <dcterms:modified xsi:type="dcterms:W3CDTF">2024-07-12T11:00:32Z</dcterms:modified>
</cp:coreProperties>
</file>
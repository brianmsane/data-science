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8A789-B2D3-7DDD-0F3F-61EC97913AC9}" v="1155" dt="2024-05-22T13:56:32.942"/>
    <p1510:client id="{61CA9784-F3B0-A28A-F7E8-4EB80008ADD0}" v="186" dt="2024-05-23T07:02:03.893"/>
    <p1510:client id="{CF4F4623-3CE0-FFA2-FCDF-3A2B41B45381}" v="462" dt="2024-05-23T13:46:41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Msane" userId="S::brian.msane@etihuku.com::50e3c5f6-7d3d-43b5-a935-ced02e48000c" providerId="AD" clId="Web-{19D8A789-B2D3-7DDD-0F3F-61EC97913AC9}"/>
    <pc:docChg chg="addSld delSld modSld addMainMaster delMainMaster">
      <pc:chgData name="Brian Msane" userId="S::brian.msane@etihuku.com::50e3c5f6-7d3d-43b5-a935-ced02e48000c" providerId="AD" clId="Web-{19D8A789-B2D3-7DDD-0F3F-61EC97913AC9}" dt="2024-05-22T13:56:32.942" v="1152" actId="20577"/>
      <pc:docMkLst>
        <pc:docMk/>
      </pc:docMkLst>
      <pc:sldChg chg="addSp delSp modSp mod setBg modClrScheme chgLayout">
        <pc:chgData name="Brian Msane" userId="S::brian.msane@etihuku.com::50e3c5f6-7d3d-43b5-a935-ced02e48000c" providerId="AD" clId="Web-{19D8A789-B2D3-7DDD-0F3F-61EC97913AC9}" dt="2024-05-22T13:39:18.671" v="681" actId="20577"/>
        <pc:sldMkLst>
          <pc:docMk/>
          <pc:sldMk cId="109857222" sldId="256"/>
        </pc:sldMkLst>
        <pc:spChg chg="mod">
          <ac:chgData name="Brian Msane" userId="S::brian.msane@etihuku.com::50e3c5f6-7d3d-43b5-a935-ced02e48000c" providerId="AD" clId="Web-{19D8A789-B2D3-7DDD-0F3F-61EC97913AC9}" dt="2024-05-22T13:39:18.671" v="68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rian Msane" userId="S::brian.msane@etihuku.com::50e3c5f6-7d3d-43b5-a935-ced02e48000c" providerId="AD" clId="Web-{19D8A789-B2D3-7DDD-0F3F-61EC97913AC9}" dt="2024-05-22T13:01:06.485" v="92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1:06.407" v="91"/>
          <ac:spMkLst>
            <pc:docMk/>
            <pc:sldMk cId="109857222" sldId="256"/>
            <ac:spMk id="5" creationId="{A88F843D-1C1B-C740-AC27-E3238D0F5F47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1:06.407" v="91"/>
          <ac:spMkLst>
            <pc:docMk/>
            <pc:sldMk cId="109857222" sldId="256"/>
            <ac:spMk id="7" creationId="{44037D61-FFBD-0342-90C5-D1AD7C899B44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1:06.407" v="91"/>
          <ac:spMkLst>
            <pc:docMk/>
            <pc:sldMk cId="109857222" sldId="256"/>
            <ac:spMk id="8" creationId="{D5B0F748-7FA7-4DDF-89A3-7F1D8EE1F7C0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6.421" v="71"/>
          <ac:spMkLst>
            <pc:docMk/>
            <pc:sldMk cId="109857222" sldId="256"/>
            <ac:spMk id="9" creationId="{798FE0E0-D95D-46EF-A375-475D4DB0ED45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6.421" v="71"/>
          <ac:spMkLst>
            <pc:docMk/>
            <pc:sldMk cId="109857222" sldId="256"/>
            <ac:spMk id="11" creationId="{D503E11D-D7FB-44ED-80F1-8CDAD7A9A4BE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6.421" v="71"/>
          <ac:spMkLst>
            <pc:docMk/>
            <pc:sldMk cId="109857222" sldId="256"/>
            <ac:spMk id="13" creationId="{2D82A42F-AEBE-4065-9792-036A904D8564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1:06.407" v="91"/>
          <ac:spMkLst>
            <pc:docMk/>
            <pc:sldMk cId="109857222" sldId="256"/>
            <ac:spMk id="15" creationId="{1903E872-C07A-4030-B584-D321D40CABB6}"/>
          </ac:spMkLst>
        </pc:spChg>
        <pc:spChg chg="add">
          <ac:chgData name="Brian Msane" userId="S::brian.msane@etihuku.com::50e3c5f6-7d3d-43b5-a935-ced02e48000c" providerId="AD" clId="Web-{19D8A789-B2D3-7DDD-0F3F-61EC97913AC9}" dt="2024-05-22T13:01:06.485" v="92"/>
          <ac:spMkLst>
            <pc:docMk/>
            <pc:sldMk cId="109857222" sldId="256"/>
            <ac:spMk id="17" creationId="{06E15305-164C-44CD-9E0F-420C2DC1B32A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1.312" v="69"/>
          <ac:spMkLst>
            <pc:docMk/>
            <pc:sldMk cId="109857222" sldId="256"/>
            <ac:spMk id="18" creationId="{93245F62-CCC4-49E4-B95B-EA6C1E790510}"/>
          </ac:spMkLst>
        </pc:spChg>
        <pc:spChg chg="add">
          <ac:chgData name="Brian Msane" userId="S::brian.msane@etihuku.com::50e3c5f6-7d3d-43b5-a935-ced02e48000c" providerId="AD" clId="Web-{19D8A789-B2D3-7DDD-0F3F-61EC97913AC9}" dt="2024-05-22T13:01:06.485" v="92"/>
          <ac:spMkLst>
            <pc:docMk/>
            <pc:sldMk cId="109857222" sldId="256"/>
            <ac:spMk id="19" creationId="{C49B6340-9D54-4548-B87C-24BA7EA53A56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1.312" v="69"/>
          <ac:spMkLst>
            <pc:docMk/>
            <pc:sldMk cId="109857222" sldId="256"/>
            <ac:spMk id="20" creationId="{E6C0DD6B-6AA3-448F-9B99-8386295BC1B4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1.312" v="69"/>
          <ac:spMkLst>
            <pc:docMk/>
            <pc:sldMk cId="109857222" sldId="256"/>
            <ac:spMk id="22" creationId="{F28B82B1-E269-4325-A665-6CFE5DEE5DE5}"/>
          </ac:spMkLst>
        </pc:spChg>
        <pc:spChg chg="add">
          <ac:chgData name="Brian Msane" userId="S::brian.msane@etihuku.com::50e3c5f6-7d3d-43b5-a935-ced02e48000c" providerId="AD" clId="Web-{19D8A789-B2D3-7DDD-0F3F-61EC97913AC9}" dt="2024-05-22T13:01:06.485" v="92"/>
          <ac:spMkLst>
            <pc:docMk/>
            <pc:sldMk cId="109857222" sldId="256"/>
            <ac:spMk id="23" creationId="{F1D5403D-09EC-41DB-B916-A09C0E5AEC2B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1.312" v="69"/>
          <ac:spMkLst>
            <pc:docMk/>
            <pc:sldMk cId="109857222" sldId="256"/>
            <ac:spMk id="24" creationId="{7C700527-76FD-4DF4-A597-6F5E089CA0C2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0:21.312" v="69"/>
          <ac:spMkLst>
            <pc:docMk/>
            <pc:sldMk cId="109857222" sldId="256"/>
            <ac:spMk id="26" creationId="{B5EA49A9-01EB-4D60-A392-7DC9B625D67D}"/>
          </ac:spMkLst>
        </pc:spChg>
        <pc:picChg chg="add del mod ord">
          <ac:chgData name="Brian Msane" userId="S::brian.msane@etihuku.com::50e3c5f6-7d3d-43b5-a935-ced02e48000c" providerId="AD" clId="Web-{19D8A789-B2D3-7DDD-0F3F-61EC97913AC9}" dt="2024-05-22T13:00:26.421" v="71"/>
          <ac:picMkLst>
            <pc:docMk/>
            <pc:sldMk cId="109857222" sldId="256"/>
            <ac:picMk id="4" creationId="{CA6E6CD3-B2C7-852E-E4FC-14CC5928F7D4}"/>
          </ac:picMkLst>
        </pc:picChg>
        <pc:picChg chg="add del">
          <ac:chgData name="Brian Msane" userId="S::brian.msane@etihuku.com::50e3c5f6-7d3d-43b5-a935-ced02e48000c" providerId="AD" clId="Web-{19D8A789-B2D3-7DDD-0F3F-61EC97913AC9}" dt="2024-05-22T13:01:06.407" v="91"/>
          <ac:picMkLst>
            <pc:docMk/>
            <pc:sldMk cId="109857222" sldId="256"/>
            <ac:picMk id="6" creationId="{C2E400DE-7EDD-3E1E-7B21-A4D7882264B7}"/>
          </ac:picMkLst>
        </pc:picChg>
        <pc:picChg chg="add">
          <ac:chgData name="Brian Msane" userId="S::brian.msane@etihuku.com::50e3c5f6-7d3d-43b5-a935-ced02e48000c" providerId="AD" clId="Web-{19D8A789-B2D3-7DDD-0F3F-61EC97913AC9}" dt="2024-05-22T13:01:06.485" v="92"/>
          <ac:picMkLst>
            <pc:docMk/>
            <pc:sldMk cId="109857222" sldId="256"/>
            <ac:picMk id="21" creationId="{FBC23777-FDD6-54BE-696C-95E6EC939D7E}"/>
          </ac:picMkLst>
        </pc:picChg>
      </pc:sldChg>
      <pc:sldChg chg="modSp new del">
        <pc:chgData name="Brian Msane" userId="S::brian.msane@etihuku.com::50e3c5f6-7d3d-43b5-a935-ced02e48000c" providerId="AD" clId="Web-{19D8A789-B2D3-7DDD-0F3F-61EC97913AC9}" dt="2024-05-22T13:00:24.250" v="70"/>
        <pc:sldMkLst>
          <pc:docMk/>
          <pc:sldMk cId="809643131" sldId="257"/>
        </pc:sldMkLst>
        <pc:spChg chg="mod">
          <ac:chgData name="Brian Msane" userId="S::brian.msane@etihuku.com::50e3c5f6-7d3d-43b5-a935-ced02e48000c" providerId="AD" clId="Web-{19D8A789-B2D3-7DDD-0F3F-61EC97913AC9}" dt="2024-05-22T13:00:18.640" v="68" actId="20577"/>
          <ac:spMkLst>
            <pc:docMk/>
            <pc:sldMk cId="809643131" sldId="257"/>
            <ac:spMk id="2" creationId="{94A89FD8-B760-AB41-6554-861EDE05A653}"/>
          </ac:spMkLst>
        </pc:spChg>
        <pc:spChg chg="mod">
          <ac:chgData name="Brian Msane" userId="S::brian.msane@etihuku.com::50e3c5f6-7d3d-43b5-a935-ced02e48000c" providerId="AD" clId="Web-{19D8A789-B2D3-7DDD-0F3F-61EC97913AC9}" dt="2024-05-22T13:00:15.484" v="64" actId="20577"/>
          <ac:spMkLst>
            <pc:docMk/>
            <pc:sldMk cId="809643131" sldId="257"/>
            <ac:spMk id="3" creationId="{6F647DA4-2B19-BDD2-E50E-9276F584F09F}"/>
          </ac:spMkLst>
        </pc:spChg>
      </pc:sldChg>
      <pc:sldChg chg="addSp delSp modSp new mod setBg">
        <pc:chgData name="Brian Msane" userId="S::brian.msane@etihuku.com::50e3c5f6-7d3d-43b5-a935-ced02e48000c" providerId="AD" clId="Web-{19D8A789-B2D3-7DDD-0F3F-61EC97913AC9}" dt="2024-05-22T13:56:32.942" v="1152" actId="20577"/>
        <pc:sldMkLst>
          <pc:docMk/>
          <pc:sldMk cId="2255810271" sldId="257"/>
        </pc:sldMkLst>
        <pc:spChg chg="mod">
          <ac:chgData name="Brian Msane" userId="S::brian.msane@etihuku.com::50e3c5f6-7d3d-43b5-a935-ced02e48000c" providerId="AD" clId="Web-{19D8A789-B2D3-7DDD-0F3F-61EC97913AC9}" dt="2024-05-22T13:52:42.719" v="1044" actId="20577"/>
          <ac:spMkLst>
            <pc:docMk/>
            <pc:sldMk cId="2255810271" sldId="257"/>
            <ac:spMk id="2" creationId="{8A36CF1D-B536-8F99-8500-7FA91E5BA90C}"/>
          </ac:spMkLst>
        </pc:spChg>
        <pc:spChg chg="add del mod">
          <ac:chgData name="Brian Msane" userId="S::brian.msane@etihuku.com::50e3c5f6-7d3d-43b5-a935-ced02e48000c" providerId="AD" clId="Web-{19D8A789-B2D3-7DDD-0F3F-61EC97913AC9}" dt="2024-05-22T13:56:32.942" v="1152" actId="20577"/>
          <ac:spMkLst>
            <pc:docMk/>
            <pc:sldMk cId="2255810271" sldId="257"/>
            <ac:spMk id="3" creationId="{B23678C3-037E-5D4D-2528-89956638FDE8}"/>
          </ac:spMkLst>
        </pc:spChg>
        <pc:spChg chg="add">
          <ac:chgData name="Brian Msane" userId="S::brian.msane@etihuku.com::50e3c5f6-7d3d-43b5-a935-ced02e48000c" providerId="AD" clId="Web-{19D8A789-B2D3-7DDD-0F3F-61EC97913AC9}" dt="2024-05-22T13:04:19.129" v="172"/>
          <ac:spMkLst>
            <pc:docMk/>
            <pc:sldMk cId="2255810271" sldId="257"/>
            <ac:spMk id="6" creationId="{B937640E-EF7A-4A6C-A950-D12B7D5C923E}"/>
          </ac:spMkLst>
        </pc:spChg>
        <pc:spChg chg="add">
          <ac:chgData name="Brian Msane" userId="S::brian.msane@etihuku.com::50e3c5f6-7d3d-43b5-a935-ced02e48000c" providerId="AD" clId="Web-{19D8A789-B2D3-7DDD-0F3F-61EC97913AC9}" dt="2024-05-22T13:04:19.129" v="172"/>
          <ac:spMkLst>
            <pc:docMk/>
            <pc:sldMk cId="2255810271" sldId="257"/>
            <ac:spMk id="7" creationId="{76ADA084-C86B-4F3C-8077-6A8999CC4632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2:28.580" v="100"/>
          <ac:spMkLst>
            <pc:docMk/>
            <pc:sldMk cId="2255810271" sldId="257"/>
            <ac:spMk id="9" creationId="{042E603F-28B7-4831-BF23-65FBAB13D5FB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2:28.580" v="100"/>
          <ac:spMkLst>
            <pc:docMk/>
            <pc:sldMk cId="2255810271" sldId="257"/>
            <ac:spMk id="11" creationId="{4D39700F-2B10-4402-A7DD-06EE2245880D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2:28.580" v="100"/>
          <ac:spMkLst>
            <pc:docMk/>
            <pc:sldMk cId="2255810271" sldId="257"/>
            <ac:spMk id="13" creationId="{6DA65B90-7B06-4499-91BA-CDDD36132481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02:28.580" v="100"/>
          <ac:spMkLst>
            <pc:docMk/>
            <pc:sldMk cId="2255810271" sldId="257"/>
            <ac:spMk id="15" creationId="{55D2029A-A407-48E4-B880-B4F8D8EFAE92}"/>
          </ac:spMkLst>
        </pc:spChg>
        <pc:picChg chg="add del">
          <ac:chgData name="Brian Msane" userId="S::brian.msane@etihuku.com::50e3c5f6-7d3d-43b5-a935-ced02e48000c" providerId="AD" clId="Web-{19D8A789-B2D3-7DDD-0F3F-61EC97913AC9}" dt="2024-05-22T13:02:28.580" v="100"/>
          <ac:picMkLst>
            <pc:docMk/>
            <pc:sldMk cId="2255810271" sldId="257"/>
            <ac:picMk id="5" creationId="{1541F6C3-0DF2-EB0F-0EF4-A1DDB6885B50}"/>
          </ac:picMkLst>
        </pc:picChg>
        <pc:picChg chg="add">
          <ac:chgData name="Brian Msane" userId="S::brian.msane@etihuku.com::50e3c5f6-7d3d-43b5-a935-ced02e48000c" providerId="AD" clId="Web-{19D8A789-B2D3-7DDD-0F3F-61EC97913AC9}" dt="2024-05-22T13:04:19.129" v="172"/>
          <ac:picMkLst>
            <pc:docMk/>
            <pc:sldMk cId="2255810271" sldId="257"/>
            <ac:picMk id="8" creationId="{892B025B-1D35-E3C4-006F-32A6438CC588}"/>
          </ac:picMkLst>
        </pc:picChg>
      </pc:sldChg>
      <pc:sldChg chg="addSp modSp new mod setBg">
        <pc:chgData name="Brian Msane" userId="S::brian.msane@etihuku.com::50e3c5f6-7d3d-43b5-a935-ced02e48000c" providerId="AD" clId="Web-{19D8A789-B2D3-7DDD-0F3F-61EC97913AC9}" dt="2024-05-22T13:55:39.379" v="1149" actId="20577"/>
        <pc:sldMkLst>
          <pc:docMk/>
          <pc:sldMk cId="2863645706" sldId="258"/>
        </pc:sldMkLst>
        <pc:spChg chg="mod">
          <ac:chgData name="Brian Msane" userId="S::brian.msane@etihuku.com::50e3c5f6-7d3d-43b5-a935-ced02e48000c" providerId="AD" clId="Web-{19D8A789-B2D3-7DDD-0F3F-61EC97913AC9}" dt="2024-05-22T13:39:09.749" v="677" actId="20577"/>
          <ac:spMkLst>
            <pc:docMk/>
            <pc:sldMk cId="2863645706" sldId="258"/>
            <ac:spMk id="2" creationId="{3EF6200B-C98C-7F73-ECE9-1CE27A67D93E}"/>
          </ac:spMkLst>
        </pc:spChg>
        <pc:spChg chg="mod">
          <ac:chgData name="Brian Msane" userId="S::brian.msane@etihuku.com::50e3c5f6-7d3d-43b5-a935-ced02e48000c" providerId="AD" clId="Web-{19D8A789-B2D3-7DDD-0F3F-61EC97913AC9}" dt="2024-05-22T13:55:39.379" v="1149" actId="20577"/>
          <ac:spMkLst>
            <pc:docMk/>
            <pc:sldMk cId="2863645706" sldId="258"/>
            <ac:spMk id="3" creationId="{514B81C4-898C-7702-A04B-64C23ACAED0D}"/>
          </ac:spMkLst>
        </pc:spChg>
        <pc:spChg chg="add">
          <ac:chgData name="Brian Msane" userId="S::brian.msane@etihuku.com::50e3c5f6-7d3d-43b5-a935-ced02e48000c" providerId="AD" clId="Web-{19D8A789-B2D3-7DDD-0F3F-61EC97913AC9}" dt="2024-05-22T13:25:33.030" v="333"/>
          <ac:spMkLst>
            <pc:docMk/>
            <pc:sldMk cId="2863645706" sldId="258"/>
            <ac:spMk id="9" creationId="{B937640E-EF7A-4A6C-A950-D12B7D5C923E}"/>
          </ac:spMkLst>
        </pc:spChg>
        <pc:spChg chg="add">
          <ac:chgData name="Brian Msane" userId="S::brian.msane@etihuku.com::50e3c5f6-7d3d-43b5-a935-ced02e48000c" providerId="AD" clId="Web-{19D8A789-B2D3-7DDD-0F3F-61EC97913AC9}" dt="2024-05-22T13:25:33.030" v="333"/>
          <ac:spMkLst>
            <pc:docMk/>
            <pc:sldMk cId="2863645706" sldId="258"/>
            <ac:spMk id="11" creationId="{76ADA084-C86B-4F3C-8077-6A8999CC4632}"/>
          </ac:spMkLst>
        </pc:spChg>
        <pc:picChg chg="add">
          <ac:chgData name="Brian Msane" userId="S::brian.msane@etihuku.com::50e3c5f6-7d3d-43b5-a935-ced02e48000c" providerId="AD" clId="Web-{19D8A789-B2D3-7DDD-0F3F-61EC97913AC9}" dt="2024-05-22T13:25:33.030" v="333"/>
          <ac:picMkLst>
            <pc:docMk/>
            <pc:sldMk cId="2863645706" sldId="258"/>
            <ac:picMk id="5" creationId="{F5421419-2063-424D-6D50-129732BE32D5}"/>
          </ac:picMkLst>
        </pc:picChg>
      </pc:sldChg>
      <pc:sldChg chg="addSp delSp modSp new mod setBg addAnim">
        <pc:chgData name="Brian Msane" userId="S::brian.msane@etihuku.com::50e3c5f6-7d3d-43b5-a935-ced02e48000c" providerId="AD" clId="Web-{19D8A789-B2D3-7DDD-0F3F-61EC97913AC9}" dt="2024-05-22T13:40:18.673" v="691"/>
        <pc:sldMkLst>
          <pc:docMk/>
          <pc:sldMk cId="869920986" sldId="259"/>
        </pc:sldMkLst>
        <pc:spChg chg="mod">
          <ac:chgData name="Brian Msane" userId="S::brian.msane@etihuku.com::50e3c5f6-7d3d-43b5-a935-ced02e48000c" providerId="AD" clId="Web-{19D8A789-B2D3-7DDD-0F3F-61EC97913AC9}" dt="2024-05-22T13:39:01.702" v="675" actId="20577"/>
          <ac:spMkLst>
            <pc:docMk/>
            <pc:sldMk cId="869920986" sldId="259"/>
            <ac:spMk id="2" creationId="{9B39FE0A-2DB4-F372-F07E-B34617BDC0C0}"/>
          </ac:spMkLst>
        </pc:spChg>
        <pc:spChg chg="del mod">
          <ac:chgData name="Brian Msane" userId="S::brian.msane@etihuku.com::50e3c5f6-7d3d-43b5-a935-ced02e48000c" providerId="AD" clId="Web-{19D8A789-B2D3-7DDD-0F3F-61EC97913AC9}" dt="2024-05-22T13:29:39.675" v="424"/>
          <ac:spMkLst>
            <pc:docMk/>
            <pc:sldMk cId="869920986" sldId="259"/>
            <ac:spMk id="3" creationId="{BF25900B-3209-C38E-DF33-1969EF2EC9AD}"/>
          </ac:spMkLst>
        </pc:spChg>
        <pc:spChg chg="add">
          <ac:chgData name="Brian Msane" userId="S::brian.msane@etihuku.com::50e3c5f6-7d3d-43b5-a935-ced02e48000c" providerId="AD" clId="Web-{19D8A789-B2D3-7DDD-0F3F-61EC97913AC9}" dt="2024-05-22T13:29:39.675" v="424"/>
          <ac:spMkLst>
            <pc:docMk/>
            <pc:sldMk cId="869920986" sldId="259"/>
            <ac:spMk id="9" creationId="{B937640E-EF7A-4A6C-A950-D12B7D5C923E}"/>
          </ac:spMkLst>
        </pc:spChg>
        <pc:spChg chg="add">
          <ac:chgData name="Brian Msane" userId="S::brian.msane@etihuku.com::50e3c5f6-7d3d-43b5-a935-ced02e48000c" providerId="AD" clId="Web-{19D8A789-B2D3-7DDD-0F3F-61EC97913AC9}" dt="2024-05-22T13:29:39.675" v="424"/>
          <ac:spMkLst>
            <pc:docMk/>
            <pc:sldMk cId="869920986" sldId="259"/>
            <ac:spMk id="11" creationId="{7A46C5F3-4EAC-473B-BD72-1219E833DB14}"/>
          </ac:spMkLst>
        </pc:spChg>
        <pc:spChg chg="add">
          <ac:chgData name="Brian Msane" userId="S::brian.msane@etihuku.com::50e3c5f6-7d3d-43b5-a935-ced02e48000c" providerId="AD" clId="Web-{19D8A789-B2D3-7DDD-0F3F-61EC97913AC9}" dt="2024-05-22T13:29:39.675" v="424"/>
          <ac:spMkLst>
            <pc:docMk/>
            <pc:sldMk cId="869920986" sldId="259"/>
            <ac:spMk id="13" creationId="{12231725-D083-4E0F-9428-1C2635189CA9}"/>
          </ac:spMkLst>
        </pc:spChg>
        <pc:graphicFrameChg chg="add modGraphic">
          <ac:chgData name="Brian Msane" userId="S::brian.msane@etihuku.com::50e3c5f6-7d3d-43b5-a935-ced02e48000c" providerId="AD" clId="Web-{19D8A789-B2D3-7DDD-0F3F-61EC97913AC9}" dt="2024-05-22T13:40:05.985" v="690" actId="20577"/>
          <ac:graphicFrameMkLst>
            <pc:docMk/>
            <pc:sldMk cId="869920986" sldId="259"/>
            <ac:graphicFrameMk id="5" creationId="{D94259C8-8286-9086-9B71-1DC4BB7DA954}"/>
          </ac:graphicFrameMkLst>
        </pc:graphicFrameChg>
      </pc:sldChg>
      <pc:sldChg chg="addSp delSp modSp new mod setBg">
        <pc:chgData name="Brian Msane" userId="S::brian.msane@etihuku.com::50e3c5f6-7d3d-43b5-a935-ced02e48000c" providerId="AD" clId="Web-{19D8A789-B2D3-7DDD-0F3F-61EC97913AC9}" dt="2024-05-22T13:38:48.749" v="673" actId="14100"/>
        <pc:sldMkLst>
          <pc:docMk/>
          <pc:sldMk cId="3250615593" sldId="260"/>
        </pc:sldMkLst>
        <pc:spChg chg="mod">
          <ac:chgData name="Brian Msane" userId="S::brian.msane@etihuku.com::50e3c5f6-7d3d-43b5-a935-ced02e48000c" providerId="AD" clId="Web-{19D8A789-B2D3-7DDD-0F3F-61EC97913AC9}" dt="2024-05-22T13:34:37.462" v="615"/>
          <ac:spMkLst>
            <pc:docMk/>
            <pc:sldMk cId="3250615593" sldId="260"/>
            <ac:spMk id="2" creationId="{DC12C671-6FAD-3492-281B-CF6E4FB424E4}"/>
          </ac:spMkLst>
        </pc:spChg>
        <pc:spChg chg="mod">
          <ac:chgData name="Brian Msane" userId="S::brian.msane@etihuku.com::50e3c5f6-7d3d-43b5-a935-ced02e48000c" providerId="AD" clId="Web-{19D8A789-B2D3-7DDD-0F3F-61EC97913AC9}" dt="2024-05-22T13:38:48.749" v="673" actId="14100"/>
          <ac:spMkLst>
            <pc:docMk/>
            <pc:sldMk cId="3250615593" sldId="260"/>
            <ac:spMk id="3" creationId="{E8B0F8D2-41E4-712C-5610-30998D60A01E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34:37.462" v="615"/>
          <ac:spMkLst>
            <pc:docMk/>
            <pc:sldMk cId="3250615593" sldId="260"/>
            <ac:spMk id="9" creationId="{B937640E-EF7A-4A6C-A950-D12B7D5C923E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34:37.462" v="615"/>
          <ac:spMkLst>
            <pc:docMk/>
            <pc:sldMk cId="3250615593" sldId="260"/>
            <ac:spMk id="11" creationId="{76ADA084-C86B-4F3C-8077-6A8999CC4632}"/>
          </ac:spMkLst>
        </pc:spChg>
        <pc:spChg chg="add">
          <ac:chgData name="Brian Msane" userId="S::brian.msane@etihuku.com::50e3c5f6-7d3d-43b5-a935-ced02e48000c" providerId="AD" clId="Web-{19D8A789-B2D3-7DDD-0F3F-61EC97913AC9}" dt="2024-05-22T13:34:37.462" v="615"/>
          <ac:spMkLst>
            <pc:docMk/>
            <pc:sldMk cId="3250615593" sldId="260"/>
            <ac:spMk id="16" creationId="{B937640E-EF7A-4A6C-A950-D12B7D5C923E}"/>
          </ac:spMkLst>
        </pc:spChg>
        <pc:spChg chg="add">
          <ac:chgData name="Brian Msane" userId="S::brian.msane@etihuku.com::50e3c5f6-7d3d-43b5-a935-ced02e48000c" providerId="AD" clId="Web-{19D8A789-B2D3-7DDD-0F3F-61EC97913AC9}" dt="2024-05-22T13:34:37.462" v="615"/>
          <ac:spMkLst>
            <pc:docMk/>
            <pc:sldMk cId="3250615593" sldId="260"/>
            <ac:spMk id="18" creationId="{76ADA084-C86B-4F3C-8077-6A8999CC4632}"/>
          </ac:spMkLst>
        </pc:spChg>
        <pc:picChg chg="add mod ord">
          <ac:chgData name="Brian Msane" userId="S::brian.msane@etihuku.com::50e3c5f6-7d3d-43b5-a935-ced02e48000c" providerId="AD" clId="Web-{19D8A789-B2D3-7DDD-0F3F-61EC97913AC9}" dt="2024-05-22T13:34:37.462" v="615"/>
          <ac:picMkLst>
            <pc:docMk/>
            <pc:sldMk cId="3250615593" sldId="260"/>
            <ac:picMk id="5" creationId="{46E48EF8-C24A-276C-ED33-2BCB657D5F3E}"/>
          </ac:picMkLst>
        </pc:picChg>
      </pc:sldChg>
      <pc:sldChg chg="modSp new">
        <pc:chgData name="Brian Msane" userId="S::brian.msane@etihuku.com::50e3c5f6-7d3d-43b5-a935-ced02e48000c" providerId="AD" clId="Web-{19D8A789-B2D3-7DDD-0F3F-61EC97913AC9}" dt="2024-05-22T13:37:22.216" v="665" actId="20577"/>
        <pc:sldMkLst>
          <pc:docMk/>
          <pc:sldMk cId="612163938" sldId="261"/>
        </pc:sldMkLst>
        <pc:spChg chg="mod">
          <ac:chgData name="Brian Msane" userId="S::brian.msane@etihuku.com::50e3c5f6-7d3d-43b5-a935-ced02e48000c" providerId="AD" clId="Web-{19D8A789-B2D3-7DDD-0F3F-61EC97913AC9}" dt="2024-05-22T13:36:24.949" v="651" actId="20577"/>
          <ac:spMkLst>
            <pc:docMk/>
            <pc:sldMk cId="612163938" sldId="261"/>
            <ac:spMk id="2" creationId="{E6BC6E14-D11C-1346-2DDB-8228765C4248}"/>
          </ac:spMkLst>
        </pc:spChg>
        <pc:spChg chg="mod">
          <ac:chgData name="Brian Msane" userId="S::brian.msane@etihuku.com::50e3c5f6-7d3d-43b5-a935-ced02e48000c" providerId="AD" clId="Web-{19D8A789-B2D3-7DDD-0F3F-61EC97913AC9}" dt="2024-05-22T13:37:22.216" v="665" actId="20577"/>
          <ac:spMkLst>
            <pc:docMk/>
            <pc:sldMk cId="612163938" sldId="261"/>
            <ac:spMk id="3" creationId="{EEDEF8EF-8334-6A33-820D-BD34F0938128}"/>
          </ac:spMkLst>
        </pc:spChg>
      </pc:sldChg>
      <pc:sldChg chg="modSp new">
        <pc:chgData name="Brian Msane" userId="S::brian.msane@etihuku.com::50e3c5f6-7d3d-43b5-a935-ced02e48000c" providerId="AD" clId="Web-{19D8A789-B2D3-7DDD-0F3F-61EC97913AC9}" dt="2024-05-22T13:45:24.648" v="883" actId="20577"/>
        <pc:sldMkLst>
          <pc:docMk/>
          <pc:sldMk cId="4177107324" sldId="262"/>
        </pc:sldMkLst>
        <pc:spChg chg="mod">
          <ac:chgData name="Brian Msane" userId="S::brian.msane@etihuku.com::50e3c5f6-7d3d-43b5-a935-ced02e48000c" providerId="AD" clId="Web-{19D8A789-B2D3-7DDD-0F3F-61EC97913AC9}" dt="2024-05-22T13:42:17.081" v="702" actId="20577"/>
          <ac:spMkLst>
            <pc:docMk/>
            <pc:sldMk cId="4177107324" sldId="262"/>
            <ac:spMk id="2" creationId="{3215ADB6-6886-8E1B-EA12-E86F99F5471F}"/>
          </ac:spMkLst>
        </pc:spChg>
        <pc:spChg chg="mod">
          <ac:chgData name="Brian Msane" userId="S::brian.msane@etihuku.com::50e3c5f6-7d3d-43b5-a935-ced02e48000c" providerId="AD" clId="Web-{19D8A789-B2D3-7DDD-0F3F-61EC97913AC9}" dt="2024-05-22T13:45:24.648" v="883" actId="20577"/>
          <ac:spMkLst>
            <pc:docMk/>
            <pc:sldMk cId="4177107324" sldId="262"/>
            <ac:spMk id="3" creationId="{514931BE-7C4A-8E51-EE84-D5555EC83FBB}"/>
          </ac:spMkLst>
        </pc:spChg>
      </pc:sldChg>
      <pc:sldChg chg="addSp delSp modSp new mod setBg">
        <pc:chgData name="Brian Msane" userId="S::brian.msane@etihuku.com::50e3c5f6-7d3d-43b5-a935-ced02e48000c" providerId="AD" clId="Web-{19D8A789-B2D3-7DDD-0F3F-61EC97913AC9}" dt="2024-05-22T13:49:03.652" v="987" actId="20577"/>
        <pc:sldMkLst>
          <pc:docMk/>
          <pc:sldMk cId="1815698022" sldId="263"/>
        </pc:sldMkLst>
        <pc:spChg chg="mod">
          <ac:chgData name="Brian Msane" userId="S::brian.msane@etihuku.com::50e3c5f6-7d3d-43b5-a935-ced02e48000c" providerId="AD" clId="Web-{19D8A789-B2D3-7DDD-0F3F-61EC97913AC9}" dt="2024-05-22T13:48:45.698" v="982"/>
          <ac:spMkLst>
            <pc:docMk/>
            <pc:sldMk cId="1815698022" sldId="263"/>
            <ac:spMk id="2" creationId="{B8BE3490-B6FF-69F4-6070-A56A5BDB060D}"/>
          </ac:spMkLst>
        </pc:spChg>
        <pc:spChg chg="mod">
          <ac:chgData name="Brian Msane" userId="S::brian.msane@etihuku.com::50e3c5f6-7d3d-43b5-a935-ced02e48000c" providerId="AD" clId="Web-{19D8A789-B2D3-7DDD-0F3F-61EC97913AC9}" dt="2024-05-22T13:49:03.652" v="987" actId="20577"/>
          <ac:spMkLst>
            <pc:docMk/>
            <pc:sldMk cId="1815698022" sldId="263"/>
            <ac:spMk id="3" creationId="{F47EE856-CC89-F7C0-3D61-E344F2E96B48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49:01.261" v="986"/>
          <ac:spMkLst>
            <pc:docMk/>
            <pc:sldMk cId="1815698022" sldId="263"/>
            <ac:spMk id="8" creationId="{B937640E-EF7A-4A6C-A950-D12B7D5C923E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49:01.261" v="986"/>
          <ac:spMkLst>
            <pc:docMk/>
            <pc:sldMk cId="1815698022" sldId="263"/>
            <ac:spMk id="10" creationId="{0CF52A5B-5810-4130-A3DB-FD2582D053FB}"/>
          </ac:spMkLst>
        </pc:spChg>
        <pc:spChg chg="add del">
          <ac:chgData name="Brian Msane" userId="S::brian.msane@etihuku.com::50e3c5f6-7d3d-43b5-a935-ced02e48000c" providerId="AD" clId="Web-{19D8A789-B2D3-7DDD-0F3F-61EC97913AC9}" dt="2024-05-22T13:49:01.261" v="986"/>
          <ac:spMkLst>
            <pc:docMk/>
            <pc:sldMk cId="1815698022" sldId="263"/>
            <ac:spMk id="12" creationId="{B8FE145C-BED6-4533-8211-7AC773F7A26A}"/>
          </ac:spMkLst>
        </pc:spChg>
        <pc:spChg chg="add">
          <ac:chgData name="Brian Msane" userId="S::brian.msane@etihuku.com::50e3c5f6-7d3d-43b5-a935-ced02e48000c" providerId="AD" clId="Web-{19D8A789-B2D3-7DDD-0F3F-61EC97913AC9}" dt="2024-05-22T13:49:01.261" v="986"/>
          <ac:spMkLst>
            <pc:docMk/>
            <pc:sldMk cId="1815698022" sldId="263"/>
            <ac:spMk id="17" creationId="{B937640E-EF7A-4A6C-A950-D12B7D5C923E}"/>
          </ac:spMkLst>
        </pc:spChg>
        <pc:spChg chg="add">
          <ac:chgData name="Brian Msane" userId="S::brian.msane@etihuku.com::50e3c5f6-7d3d-43b5-a935-ced02e48000c" providerId="AD" clId="Web-{19D8A789-B2D3-7DDD-0F3F-61EC97913AC9}" dt="2024-05-22T13:49:01.261" v="986"/>
          <ac:spMkLst>
            <pc:docMk/>
            <pc:sldMk cId="1815698022" sldId="263"/>
            <ac:spMk id="19" creationId="{0CF52A5B-5810-4130-A3DB-FD2582D053FB}"/>
          </ac:spMkLst>
        </pc:spChg>
        <pc:spChg chg="add">
          <ac:chgData name="Brian Msane" userId="S::brian.msane@etihuku.com::50e3c5f6-7d3d-43b5-a935-ced02e48000c" providerId="AD" clId="Web-{19D8A789-B2D3-7DDD-0F3F-61EC97913AC9}" dt="2024-05-22T13:49:01.261" v="986"/>
          <ac:spMkLst>
            <pc:docMk/>
            <pc:sldMk cId="1815698022" sldId="263"/>
            <ac:spMk id="21" creationId="{B8FE145C-BED6-4533-8211-7AC773F7A26A}"/>
          </ac:spMkLst>
        </pc:spChg>
      </pc:sldChg>
      <pc:sldChg chg="modSp new">
        <pc:chgData name="Brian Msane" userId="S::brian.msane@etihuku.com::50e3c5f6-7d3d-43b5-a935-ced02e48000c" providerId="AD" clId="Web-{19D8A789-B2D3-7DDD-0F3F-61EC97913AC9}" dt="2024-05-22T13:52:09.718" v="1040" actId="20577"/>
        <pc:sldMkLst>
          <pc:docMk/>
          <pc:sldMk cId="3803829526" sldId="264"/>
        </pc:sldMkLst>
        <pc:spChg chg="mod">
          <ac:chgData name="Brian Msane" userId="S::brian.msane@etihuku.com::50e3c5f6-7d3d-43b5-a935-ced02e48000c" providerId="AD" clId="Web-{19D8A789-B2D3-7DDD-0F3F-61EC97913AC9}" dt="2024-05-22T13:50:39.701" v="997" actId="20577"/>
          <ac:spMkLst>
            <pc:docMk/>
            <pc:sldMk cId="3803829526" sldId="264"/>
            <ac:spMk id="2" creationId="{316E73B2-DD85-021E-8325-63ED7940C320}"/>
          </ac:spMkLst>
        </pc:spChg>
        <pc:spChg chg="mod">
          <ac:chgData name="Brian Msane" userId="S::brian.msane@etihuku.com::50e3c5f6-7d3d-43b5-a935-ced02e48000c" providerId="AD" clId="Web-{19D8A789-B2D3-7DDD-0F3F-61EC97913AC9}" dt="2024-05-22T13:52:09.718" v="1040" actId="20577"/>
          <ac:spMkLst>
            <pc:docMk/>
            <pc:sldMk cId="3803829526" sldId="264"/>
            <ac:spMk id="3" creationId="{A44C5A19-54C9-5D42-21A7-48BD9B5580F1}"/>
          </ac:spMkLst>
        </pc:spChg>
      </pc:sldChg>
      <pc:sldChg chg="modSp new">
        <pc:chgData name="Brian Msane" userId="S::brian.msane@etihuku.com::50e3c5f6-7d3d-43b5-a935-ced02e48000c" providerId="AD" clId="Web-{19D8A789-B2D3-7DDD-0F3F-61EC97913AC9}" dt="2024-05-22T13:54:46.284" v="1142" actId="20577"/>
        <pc:sldMkLst>
          <pc:docMk/>
          <pc:sldMk cId="533651053" sldId="265"/>
        </pc:sldMkLst>
        <pc:spChg chg="mod">
          <ac:chgData name="Brian Msane" userId="S::brian.msane@etihuku.com::50e3c5f6-7d3d-43b5-a935-ced02e48000c" providerId="AD" clId="Web-{19D8A789-B2D3-7DDD-0F3F-61EC97913AC9}" dt="2024-05-22T13:53:27.766" v="1078" actId="20577"/>
          <ac:spMkLst>
            <pc:docMk/>
            <pc:sldMk cId="533651053" sldId="265"/>
            <ac:spMk id="2" creationId="{1422033A-0CB8-2F34-D39E-F147BFFC1038}"/>
          </ac:spMkLst>
        </pc:spChg>
        <pc:spChg chg="mod">
          <ac:chgData name="Brian Msane" userId="S::brian.msane@etihuku.com::50e3c5f6-7d3d-43b5-a935-ced02e48000c" providerId="AD" clId="Web-{19D8A789-B2D3-7DDD-0F3F-61EC97913AC9}" dt="2024-05-22T13:54:46.284" v="1142" actId="20577"/>
          <ac:spMkLst>
            <pc:docMk/>
            <pc:sldMk cId="533651053" sldId="265"/>
            <ac:spMk id="3" creationId="{37A5C656-CF96-20B9-80BC-485ABEB39B98}"/>
          </ac:spMkLst>
        </pc:spChg>
      </pc:sldChg>
      <pc:sldMasterChg chg="add del addSldLayout delSldLayout">
        <pc:chgData name="Brian Msane" userId="S::brian.msane@etihuku.com::50e3c5f6-7d3d-43b5-a935-ced02e48000c" providerId="AD" clId="Web-{19D8A789-B2D3-7DDD-0F3F-61EC97913AC9}" dt="2024-05-22T13:01:06.485" v="92"/>
        <pc:sldMasterMkLst>
          <pc:docMk/>
          <pc:sldMasterMk cId="2460954070" sldId="2147483660"/>
        </pc:sldMasterMkLst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replId addSldLayout delSldLayout">
        <pc:chgData name="Brian Msane" userId="S::brian.msane@etihuku.com::50e3c5f6-7d3d-43b5-a935-ced02e48000c" providerId="AD" clId="Web-{19D8A789-B2D3-7DDD-0F3F-61EC97913AC9}" dt="2024-05-22T13:01:06.407" v="91"/>
        <pc:sldMasterMkLst>
          <pc:docMk/>
          <pc:sldMasterMk cId="2064562259" sldId="2147483672"/>
        </pc:sldMasterMkLst>
        <pc:sldLayoutChg chg="add del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628196461" sldId="2147483673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2100982567" sldId="2147483674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3575830908" sldId="2147483675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3034446113" sldId="2147483676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1479159074" sldId="2147483677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4030874783" sldId="2147483678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1892993901" sldId="2147483679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2063576696" sldId="2147483680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152552694" sldId="2147483681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3310279696" sldId="2147483682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1:06.407" v="91"/>
          <pc:sldLayoutMkLst>
            <pc:docMk/>
            <pc:sldMasterMk cId="2064562259" sldId="2147483672"/>
            <pc:sldLayoutMk cId="2713745196" sldId="2147483683"/>
          </pc:sldLayoutMkLst>
        </pc:sldLayoutChg>
      </pc:sldMasterChg>
      <pc:sldMasterChg chg="add del replId addSldLayout delSldLayout">
        <pc:chgData name="Brian Msane" userId="S::brian.msane@etihuku.com::50e3c5f6-7d3d-43b5-a935-ced02e48000c" providerId="AD" clId="Web-{19D8A789-B2D3-7DDD-0F3F-61EC97913AC9}" dt="2024-05-22T13:00:26.421" v="71"/>
        <pc:sldMasterMkLst>
          <pc:docMk/>
          <pc:sldMasterMk cId="2893275870" sldId="2147483672"/>
        </pc:sldMasterMkLst>
        <pc:sldLayoutChg chg="add del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4161653249" sldId="2147483673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2119413644" sldId="2147483674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2100837004" sldId="2147483675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3060950365" sldId="2147483676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3740754083" sldId="2147483677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3738694387" sldId="2147483678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2655265196" sldId="2147483679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4036950090" sldId="2147483680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2125434579" sldId="2147483681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145128829" sldId="2147483682"/>
          </pc:sldLayoutMkLst>
        </pc:sldLayoutChg>
        <pc:sldLayoutChg chg="add del replId">
          <pc:chgData name="Brian Msane" userId="S::brian.msane@etihuku.com::50e3c5f6-7d3d-43b5-a935-ced02e48000c" providerId="AD" clId="Web-{19D8A789-B2D3-7DDD-0F3F-61EC97913AC9}" dt="2024-05-22T13:00:26.421" v="71"/>
          <pc:sldLayoutMkLst>
            <pc:docMk/>
            <pc:sldMasterMk cId="2893275870" sldId="2147483672"/>
            <pc:sldLayoutMk cId="2034647782" sldId="2147483683"/>
          </pc:sldLayoutMkLst>
        </pc:sldLayoutChg>
      </pc:sldMasterChg>
      <pc:sldMasterChg chg="add addSldLayout">
        <pc:chgData name="Brian Msane" userId="S::brian.msane@etihuku.com::50e3c5f6-7d3d-43b5-a935-ced02e48000c" providerId="AD" clId="Web-{19D8A789-B2D3-7DDD-0F3F-61EC97913AC9}" dt="2024-05-22T13:01:06.485" v="92"/>
        <pc:sldMasterMkLst>
          <pc:docMk/>
          <pc:sldMasterMk cId="678326009" sldId="2147483698"/>
        </pc:sldMasterMkLst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2013251943" sldId="2147483687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3478765405" sldId="2147483688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198421155" sldId="2147483689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2504108700" sldId="2147483690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2165364527" sldId="2147483691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1034558015" sldId="2147483692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832299506" sldId="2147483693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3865754354" sldId="2147483694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1036282489" sldId="2147483695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3437433545" sldId="2147483696"/>
          </pc:sldLayoutMkLst>
        </pc:sldLayoutChg>
        <pc:sldLayoutChg chg="add">
          <pc:chgData name="Brian Msane" userId="S::brian.msane@etihuku.com::50e3c5f6-7d3d-43b5-a935-ced02e48000c" providerId="AD" clId="Web-{19D8A789-B2D3-7DDD-0F3F-61EC97913AC9}" dt="2024-05-22T13:01:06.485" v="92"/>
          <pc:sldLayoutMkLst>
            <pc:docMk/>
            <pc:sldMasterMk cId="678326009" sldId="2147483698"/>
            <pc:sldLayoutMk cId="232425741" sldId="2147483697"/>
          </pc:sldLayoutMkLst>
        </pc:sldLayoutChg>
      </pc:sldMasterChg>
    </pc:docChg>
  </pc:docChgLst>
  <pc:docChgLst>
    <pc:chgData name="Brian Msane" userId="S::brian.msane@etihuku.com::50e3c5f6-7d3d-43b5-a935-ced02e48000c" providerId="AD" clId="Web-{CF4F4623-3CE0-FFA2-FCDF-3A2B41B45381}"/>
    <pc:docChg chg="modSld">
      <pc:chgData name="Brian Msane" userId="S::brian.msane@etihuku.com::50e3c5f6-7d3d-43b5-a935-ced02e48000c" providerId="AD" clId="Web-{CF4F4623-3CE0-FFA2-FCDF-3A2B41B45381}" dt="2024-05-23T13:46:41.049" v="580" actId="1076"/>
      <pc:docMkLst>
        <pc:docMk/>
      </pc:docMkLst>
      <pc:sldChg chg="modSp">
        <pc:chgData name="Brian Msane" userId="S::brian.msane@etihuku.com::50e3c5f6-7d3d-43b5-a935-ced02e48000c" providerId="AD" clId="Web-{CF4F4623-3CE0-FFA2-FCDF-3A2B41B45381}" dt="2024-05-23T11:00:00.004" v="572" actId="20577"/>
        <pc:sldMkLst>
          <pc:docMk/>
          <pc:sldMk cId="109857222" sldId="256"/>
        </pc:sldMkLst>
        <pc:spChg chg="mod">
          <ac:chgData name="Brian Msane" userId="S::brian.msane@etihuku.com::50e3c5f6-7d3d-43b5-a935-ced02e48000c" providerId="AD" clId="Web-{CF4F4623-3CE0-FFA2-FCDF-3A2B41B45381}" dt="2024-05-23T10:59:03.612" v="56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rian Msane" userId="S::brian.msane@etihuku.com::50e3c5f6-7d3d-43b5-a935-ced02e48000c" providerId="AD" clId="Web-{CF4F4623-3CE0-FFA2-FCDF-3A2B41B45381}" dt="2024-05-23T11:00:00.004" v="57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Brian Msane" userId="S::brian.msane@etihuku.com::50e3c5f6-7d3d-43b5-a935-ced02e48000c" providerId="AD" clId="Web-{CF4F4623-3CE0-FFA2-FCDF-3A2B41B45381}" dt="2024-05-23T08:40:22.329" v="521" actId="20577"/>
        <pc:sldMkLst>
          <pc:docMk/>
          <pc:sldMk cId="2255810271" sldId="257"/>
        </pc:sldMkLst>
        <pc:spChg chg="mod">
          <ac:chgData name="Brian Msane" userId="S::brian.msane@etihuku.com::50e3c5f6-7d3d-43b5-a935-ced02e48000c" providerId="AD" clId="Web-{CF4F4623-3CE0-FFA2-FCDF-3A2B41B45381}" dt="2024-05-23T08:40:22.329" v="521" actId="20577"/>
          <ac:spMkLst>
            <pc:docMk/>
            <pc:sldMk cId="2255810271" sldId="257"/>
            <ac:spMk id="3" creationId="{B23678C3-037E-5D4D-2528-89956638FDE8}"/>
          </ac:spMkLst>
        </pc:spChg>
      </pc:sldChg>
      <pc:sldChg chg="modSp">
        <pc:chgData name="Brian Msane" userId="S::brian.msane@etihuku.com::50e3c5f6-7d3d-43b5-a935-ced02e48000c" providerId="AD" clId="Web-{CF4F4623-3CE0-FFA2-FCDF-3A2B41B45381}" dt="2024-05-23T07:27:12.832" v="188" actId="20577"/>
        <pc:sldMkLst>
          <pc:docMk/>
          <pc:sldMk cId="2863645706" sldId="258"/>
        </pc:sldMkLst>
        <pc:spChg chg="mod">
          <ac:chgData name="Brian Msane" userId="S::brian.msane@etihuku.com::50e3c5f6-7d3d-43b5-a935-ced02e48000c" providerId="AD" clId="Web-{CF4F4623-3CE0-FFA2-FCDF-3A2B41B45381}" dt="2024-05-23T07:25:28.048" v="179" actId="20577"/>
          <ac:spMkLst>
            <pc:docMk/>
            <pc:sldMk cId="2863645706" sldId="258"/>
            <ac:spMk id="2" creationId="{3EF6200B-C98C-7F73-ECE9-1CE27A67D93E}"/>
          </ac:spMkLst>
        </pc:spChg>
        <pc:spChg chg="mod">
          <ac:chgData name="Brian Msane" userId="S::brian.msane@etihuku.com::50e3c5f6-7d3d-43b5-a935-ced02e48000c" providerId="AD" clId="Web-{CF4F4623-3CE0-FFA2-FCDF-3A2B41B45381}" dt="2024-05-23T07:27:12.832" v="188" actId="20577"/>
          <ac:spMkLst>
            <pc:docMk/>
            <pc:sldMk cId="2863645706" sldId="258"/>
            <ac:spMk id="3" creationId="{514B81C4-898C-7702-A04B-64C23ACAED0D}"/>
          </ac:spMkLst>
        </pc:spChg>
      </pc:sldChg>
      <pc:sldChg chg="modSp">
        <pc:chgData name="Brian Msane" userId="S::brian.msane@etihuku.com::50e3c5f6-7d3d-43b5-a935-ced02e48000c" providerId="AD" clId="Web-{CF4F4623-3CE0-FFA2-FCDF-3A2B41B45381}" dt="2024-05-23T07:28:05.380" v="193" actId="20577"/>
        <pc:sldMkLst>
          <pc:docMk/>
          <pc:sldMk cId="869920986" sldId="259"/>
        </pc:sldMkLst>
        <pc:graphicFrameChg chg="mod modGraphic">
          <ac:chgData name="Brian Msane" userId="S::brian.msane@etihuku.com::50e3c5f6-7d3d-43b5-a935-ced02e48000c" providerId="AD" clId="Web-{CF4F4623-3CE0-FFA2-FCDF-3A2B41B45381}" dt="2024-05-23T07:28:05.380" v="193" actId="20577"/>
          <ac:graphicFrameMkLst>
            <pc:docMk/>
            <pc:sldMk cId="869920986" sldId="259"/>
            <ac:graphicFrameMk id="5" creationId="{D94259C8-8286-9086-9B71-1DC4BB7DA954}"/>
          </ac:graphicFrameMkLst>
        </pc:graphicFrameChg>
      </pc:sldChg>
      <pc:sldChg chg="addSp delSp modSp">
        <pc:chgData name="Brian Msane" userId="S::brian.msane@etihuku.com::50e3c5f6-7d3d-43b5-a935-ced02e48000c" providerId="AD" clId="Web-{CF4F4623-3CE0-FFA2-FCDF-3A2B41B45381}" dt="2024-05-23T11:02:59.649" v="576"/>
        <pc:sldMkLst>
          <pc:docMk/>
          <pc:sldMk cId="3250615593" sldId="260"/>
        </pc:sldMkLst>
        <pc:spChg chg="mod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2" creationId="{DC12C671-6FAD-3492-281B-CF6E4FB424E4}"/>
          </ac:spMkLst>
        </pc:spChg>
        <pc:spChg chg="add del mod">
          <ac:chgData name="Brian Msane" userId="S::brian.msane@etihuku.com::50e3c5f6-7d3d-43b5-a935-ced02e48000c" providerId="AD" clId="Web-{CF4F4623-3CE0-FFA2-FCDF-3A2B41B45381}" dt="2024-05-23T07:29:03.897" v="200"/>
          <ac:spMkLst>
            <pc:docMk/>
            <pc:sldMk cId="3250615593" sldId="260"/>
            <ac:spMk id="3" creationId="{E8B0F8D2-41E4-712C-5610-30998D60A01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5:52.501" v="501"/>
          <ac:spMkLst>
            <pc:docMk/>
            <pc:sldMk cId="3250615593" sldId="260"/>
            <ac:spMk id="16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5:52.501" v="501"/>
          <ac:spMkLst>
            <pc:docMk/>
            <pc:sldMk cId="3250615593" sldId="260"/>
            <ac:spMk id="18" creationId="{76ADA084-C86B-4F3C-8077-6A8999CC4632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5:52.439" v="500"/>
          <ac:spMkLst>
            <pc:docMk/>
            <pc:sldMk cId="3250615593" sldId="260"/>
            <ac:spMk id="27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5:52.439" v="500"/>
          <ac:spMkLst>
            <pc:docMk/>
            <pc:sldMk cId="3250615593" sldId="260"/>
            <ac:spMk id="29" creationId="{76ADA084-C86B-4F3C-8077-6A8999CC4632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31" creationId="{73C96EE1-9524-4300-BFAC-56AA55EB495C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32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33" creationId="{37C48F90-AFD5-4232-AE7D-27B956BF7EC5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6:50.112" v="508"/>
          <ac:spMkLst>
            <pc:docMk/>
            <pc:sldMk cId="3250615593" sldId="260"/>
            <ac:spMk id="38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6:50.112" v="508"/>
          <ac:spMkLst>
            <pc:docMk/>
            <pc:sldMk cId="3250615593" sldId="260"/>
            <ac:spMk id="40" creationId="{76ADA084-C86B-4F3C-8077-6A8999CC4632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15.894" v="510"/>
          <ac:spMkLst>
            <pc:docMk/>
            <pc:sldMk cId="3250615593" sldId="260"/>
            <ac:spMk id="42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15.894" v="510"/>
          <ac:spMkLst>
            <pc:docMk/>
            <pc:sldMk cId="3250615593" sldId="260"/>
            <ac:spMk id="43" creationId="{37C48F90-AFD5-4232-AE7D-27B956BF7EC5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15.894" v="510"/>
          <ac:spMkLst>
            <pc:docMk/>
            <pc:sldMk cId="3250615593" sldId="260"/>
            <ac:spMk id="44" creationId="{73C96EE1-9524-4300-BFAC-56AA55EB495C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20.550" v="512"/>
          <ac:spMkLst>
            <pc:docMk/>
            <pc:sldMk cId="3250615593" sldId="260"/>
            <ac:spMk id="46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17:20.550" v="512"/>
          <ac:spMkLst>
            <pc:docMk/>
            <pc:sldMk cId="3250615593" sldId="260"/>
            <ac:spMk id="47" creationId="{76ADA084-C86B-4F3C-8077-6A8999CC4632}"/>
          </ac:spMkLst>
        </pc:spChg>
        <pc:spChg chg="add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49" creationId="{B937640E-EF7A-4A6C-A950-D12B7D5C923E}"/>
          </ac:spMkLst>
        </pc:spChg>
        <pc:spChg chg="add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50" creationId="{39796C61-3902-4C2A-AD60-D926667F530C}"/>
          </ac:spMkLst>
        </pc:spChg>
        <pc:spChg chg="add">
          <ac:chgData name="Brian Msane" userId="S::brian.msane@etihuku.com::50e3c5f6-7d3d-43b5-a935-ced02e48000c" providerId="AD" clId="Web-{CF4F4623-3CE0-FFA2-FCDF-3A2B41B45381}" dt="2024-05-23T08:17:20.597" v="513"/>
          <ac:spMkLst>
            <pc:docMk/>
            <pc:sldMk cId="3250615593" sldId="260"/>
            <ac:spMk id="51" creationId="{36A49EC6-053B-4ACB-9913-5C4B245E913B}"/>
          </ac:spMkLst>
        </pc:spChg>
        <pc:graphicFrameChg chg="add del">
          <ac:chgData name="Brian Msane" userId="S::brian.msane@etihuku.com::50e3c5f6-7d3d-43b5-a935-ced02e48000c" providerId="AD" clId="Web-{CF4F4623-3CE0-FFA2-FCDF-3A2B41B45381}" dt="2024-05-23T07:29:03.866" v="199"/>
          <ac:graphicFrameMkLst>
            <pc:docMk/>
            <pc:sldMk cId="3250615593" sldId="260"/>
            <ac:graphicFrameMk id="20" creationId="{37E3284D-302A-9053-5F3A-E5867708466D}"/>
          </ac:graphicFrameMkLst>
        </pc:graphicFrameChg>
        <pc:graphicFrameChg chg="add mod ord modGraphic">
          <ac:chgData name="Brian Msane" userId="S::brian.msane@etihuku.com::50e3c5f6-7d3d-43b5-a935-ced02e48000c" providerId="AD" clId="Web-{CF4F4623-3CE0-FFA2-FCDF-3A2B41B45381}" dt="2024-05-23T11:02:59.649" v="576"/>
          <ac:graphicFrameMkLst>
            <pc:docMk/>
            <pc:sldMk cId="3250615593" sldId="260"/>
            <ac:graphicFrameMk id="22" creationId="{BB514C51-71D6-955B-BFED-D4FC526A7709}"/>
          </ac:graphicFrameMkLst>
        </pc:graphicFrameChg>
        <pc:picChg chg="mod">
          <ac:chgData name="Brian Msane" userId="S::brian.msane@etihuku.com::50e3c5f6-7d3d-43b5-a935-ced02e48000c" providerId="AD" clId="Web-{CF4F4623-3CE0-FFA2-FCDF-3A2B41B45381}" dt="2024-05-23T08:17:20.597" v="513"/>
          <ac:picMkLst>
            <pc:docMk/>
            <pc:sldMk cId="3250615593" sldId="260"/>
            <ac:picMk id="5" creationId="{46E48EF8-C24A-276C-ED33-2BCB657D5F3E}"/>
          </ac:picMkLst>
        </pc:picChg>
      </pc:sldChg>
      <pc:sldChg chg="addSp delSp modSp mod setBg">
        <pc:chgData name="Brian Msane" userId="S::brian.msane@etihuku.com::50e3c5f6-7d3d-43b5-a935-ced02e48000c" providerId="AD" clId="Web-{CF4F4623-3CE0-FFA2-FCDF-3A2B41B45381}" dt="2024-05-23T11:03:05.196" v="578" actId="20577"/>
        <pc:sldMkLst>
          <pc:docMk/>
          <pc:sldMk cId="612163938" sldId="261"/>
        </pc:sldMkLst>
        <pc:spChg chg="mod">
          <ac:chgData name="Brian Msane" userId="S::brian.msane@etihuku.com::50e3c5f6-7d3d-43b5-a935-ced02e48000c" providerId="AD" clId="Web-{CF4F4623-3CE0-FFA2-FCDF-3A2B41B45381}" dt="2024-05-23T07:53:59.373" v="459" actId="1076"/>
          <ac:spMkLst>
            <pc:docMk/>
            <pc:sldMk cId="612163938" sldId="261"/>
            <ac:spMk id="2" creationId="{E6BC6E14-D11C-1346-2DDB-8228765C4248}"/>
          </ac:spMkLst>
        </pc:spChg>
        <pc:spChg chg="del mod">
          <ac:chgData name="Brian Msane" userId="S::brian.msane@etihuku.com::50e3c5f6-7d3d-43b5-a935-ced02e48000c" providerId="AD" clId="Web-{CF4F4623-3CE0-FFA2-FCDF-3A2B41B45381}" dt="2024-05-23T07:49:50.195" v="453"/>
          <ac:spMkLst>
            <pc:docMk/>
            <pc:sldMk cId="612163938" sldId="261"/>
            <ac:spMk id="3" creationId="{EEDEF8EF-8334-6A33-820D-BD34F0938128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49:41.382" v="450"/>
          <ac:spMkLst>
            <pc:docMk/>
            <pc:sldMk cId="612163938" sldId="261"/>
            <ac:spMk id="9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49:41.382" v="450"/>
          <ac:spMkLst>
            <pc:docMk/>
            <pc:sldMk cId="612163938" sldId="261"/>
            <ac:spMk id="11" creationId="{76ADA084-C86B-4F3C-8077-6A8999CC4632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49:50.164" v="452"/>
          <ac:spMkLst>
            <pc:docMk/>
            <pc:sldMk cId="612163938" sldId="261"/>
            <ac:spMk id="13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49:50.164" v="452"/>
          <ac:spMkLst>
            <pc:docMk/>
            <pc:sldMk cId="612163938" sldId="261"/>
            <ac:spMk id="14" creationId="{76ADA084-C86B-4F3C-8077-6A8999CC4632}"/>
          </ac:spMkLst>
        </pc:spChg>
        <pc:spChg chg="add">
          <ac:chgData name="Brian Msane" userId="S::brian.msane@etihuku.com::50e3c5f6-7d3d-43b5-a935-ced02e48000c" providerId="AD" clId="Web-{CF4F4623-3CE0-FFA2-FCDF-3A2B41B45381}" dt="2024-05-23T07:49:50.195" v="453"/>
          <ac:spMkLst>
            <pc:docMk/>
            <pc:sldMk cId="612163938" sldId="261"/>
            <ac:spMk id="17" creationId="{B937640E-EF7A-4A6C-A950-D12B7D5C923E}"/>
          </ac:spMkLst>
        </pc:spChg>
        <pc:spChg chg="add">
          <ac:chgData name="Brian Msane" userId="S::brian.msane@etihuku.com::50e3c5f6-7d3d-43b5-a935-ced02e48000c" providerId="AD" clId="Web-{CF4F4623-3CE0-FFA2-FCDF-3A2B41B45381}" dt="2024-05-23T07:49:50.195" v="453"/>
          <ac:spMkLst>
            <pc:docMk/>
            <pc:sldMk cId="612163938" sldId="261"/>
            <ac:spMk id="18" creationId="{FFF975DA-2F73-4697-B7A9-A2E834712394}"/>
          </ac:spMkLst>
        </pc:spChg>
        <pc:graphicFrameChg chg="add mod modGraphic">
          <ac:chgData name="Brian Msane" userId="S::brian.msane@etihuku.com::50e3c5f6-7d3d-43b5-a935-ced02e48000c" providerId="AD" clId="Web-{CF4F4623-3CE0-FFA2-FCDF-3A2B41B45381}" dt="2024-05-23T11:03:05.196" v="578" actId="20577"/>
          <ac:graphicFrameMkLst>
            <pc:docMk/>
            <pc:sldMk cId="612163938" sldId="261"/>
            <ac:graphicFrameMk id="19" creationId="{602C2013-1D90-FA99-9FCF-196F1D304A34}"/>
          </ac:graphicFrameMkLst>
        </pc:graphicFrameChg>
        <pc:picChg chg="add del">
          <ac:chgData name="Brian Msane" userId="S::brian.msane@etihuku.com::50e3c5f6-7d3d-43b5-a935-ced02e48000c" providerId="AD" clId="Web-{CF4F4623-3CE0-FFA2-FCDF-3A2B41B45381}" dt="2024-05-23T07:49:41.382" v="450"/>
          <ac:picMkLst>
            <pc:docMk/>
            <pc:sldMk cId="612163938" sldId="261"/>
            <ac:picMk id="5" creationId="{3353A70F-6DE3-5A45-0341-D4C372D333E7}"/>
          </ac:picMkLst>
        </pc:picChg>
        <pc:picChg chg="add del">
          <ac:chgData name="Brian Msane" userId="S::brian.msane@etihuku.com::50e3c5f6-7d3d-43b5-a935-ced02e48000c" providerId="AD" clId="Web-{CF4F4623-3CE0-FFA2-FCDF-3A2B41B45381}" dt="2024-05-23T07:49:50.164" v="452"/>
          <ac:picMkLst>
            <pc:docMk/>
            <pc:sldMk cId="612163938" sldId="261"/>
            <ac:picMk id="15" creationId="{BCC054B5-A6C4-D710-3CF7-F0CE561C9E4D}"/>
          </ac:picMkLst>
        </pc:picChg>
      </pc:sldChg>
      <pc:sldChg chg="addSp delSp modSp mod setBg">
        <pc:chgData name="Brian Msane" userId="S::brian.msane@etihuku.com::50e3c5f6-7d3d-43b5-a935-ced02e48000c" providerId="AD" clId="Web-{CF4F4623-3CE0-FFA2-FCDF-3A2B41B45381}" dt="2024-05-23T07:58:10.349" v="491" actId="14100"/>
        <pc:sldMkLst>
          <pc:docMk/>
          <pc:sldMk cId="4177107324" sldId="262"/>
        </pc:sldMkLst>
        <pc:spChg chg="mod">
          <ac:chgData name="Brian Msane" userId="S::brian.msane@etihuku.com::50e3c5f6-7d3d-43b5-a935-ced02e48000c" providerId="AD" clId="Web-{CF4F4623-3CE0-FFA2-FCDF-3A2B41B45381}" dt="2024-05-23T07:58:00.645" v="489" actId="1076"/>
          <ac:spMkLst>
            <pc:docMk/>
            <pc:sldMk cId="4177107324" sldId="262"/>
            <ac:spMk id="2" creationId="{3215ADB6-6886-8E1B-EA12-E86F99F5471F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11.486" v="469"/>
          <ac:spMkLst>
            <pc:docMk/>
            <pc:sldMk cId="4177107324" sldId="262"/>
            <ac:spMk id="3" creationId="{514931BE-7C4A-8E51-EE84-D5555EC83FBB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01.830" v="466"/>
          <ac:spMkLst>
            <pc:docMk/>
            <pc:sldMk cId="4177107324" sldId="262"/>
            <ac:spMk id="9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01.830" v="466"/>
          <ac:spMkLst>
            <pc:docMk/>
            <pc:sldMk cId="4177107324" sldId="262"/>
            <ac:spMk id="11" creationId="{6A13B2A7-A44E-4940-9367-4788F2807FB5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01.830" v="466"/>
          <ac:spMkLst>
            <pc:docMk/>
            <pc:sldMk cId="4177107324" sldId="262"/>
            <ac:spMk id="13" creationId="{ADBF9A7D-DF04-4422-981B-76DFC7208897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9.769" v="480"/>
          <ac:spMkLst>
            <pc:docMk/>
            <pc:sldMk cId="4177107324" sldId="262"/>
            <ac:spMk id="17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9.769" v="480"/>
          <ac:spMkLst>
            <pc:docMk/>
            <pc:sldMk cId="4177107324" sldId="262"/>
            <ac:spMk id="18" creationId="{6A13B2A7-A44E-4940-9367-4788F2807FB5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9.769" v="480"/>
          <ac:spMkLst>
            <pc:docMk/>
            <pc:sldMk cId="4177107324" sldId="262"/>
            <ac:spMk id="19" creationId="{ADBF9A7D-DF04-4422-981B-76DFC7208897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2.659" v="475"/>
          <ac:spMkLst>
            <pc:docMk/>
            <pc:sldMk cId="4177107324" sldId="262"/>
            <ac:spMk id="25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2.659" v="475"/>
          <ac:spMkLst>
            <pc:docMk/>
            <pc:sldMk cId="4177107324" sldId="262"/>
            <ac:spMk id="27" creationId="{3092176C-8883-4B08-AC56-1AC4FC8EA6C2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5.409" v="477"/>
          <ac:spMkLst>
            <pc:docMk/>
            <pc:sldMk cId="4177107324" sldId="262"/>
            <ac:spMk id="29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5.409" v="477"/>
          <ac:spMkLst>
            <pc:docMk/>
            <pc:sldMk cId="4177107324" sldId="262"/>
            <ac:spMk id="30" creationId="{9146CCC8-AA39-4037-B3E2-70602B93FFA0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9.706" v="479"/>
          <ac:spMkLst>
            <pc:docMk/>
            <pc:sldMk cId="4177107324" sldId="262"/>
            <ac:spMk id="32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56:59.706" v="479"/>
          <ac:spMkLst>
            <pc:docMk/>
            <pc:sldMk cId="4177107324" sldId="262"/>
            <ac:spMk id="33" creationId="{FFF975DA-2F73-4697-B7A9-A2E834712394}"/>
          </ac:spMkLst>
        </pc:spChg>
        <pc:spChg chg="add">
          <ac:chgData name="Brian Msane" userId="S::brian.msane@etihuku.com::50e3c5f6-7d3d-43b5-a935-ced02e48000c" providerId="AD" clId="Web-{CF4F4623-3CE0-FFA2-FCDF-3A2B41B45381}" dt="2024-05-23T07:56:59.769" v="480"/>
          <ac:spMkLst>
            <pc:docMk/>
            <pc:sldMk cId="4177107324" sldId="262"/>
            <ac:spMk id="35" creationId="{B937640E-EF7A-4A6C-A950-D12B7D5C923E}"/>
          </ac:spMkLst>
        </pc:spChg>
        <pc:spChg chg="add">
          <ac:chgData name="Brian Msane" userId="S::brian.msane@etihuku.com::50e3c5f6-7d3d-43b5-a935-ced02e48000c" providerId="AD" clId="Web-{CF4F4623-3CE0-FFA2-FCDF-3A2B41B45381}" dt="2024-05-23T07:56:59.769" v="480"/>
          <ac:spMkLst>
            <pc:docMk/>
            <pc:sldMk cId="4177107324" sldId="262"/>
            <ac:spMk id="36" creationId="{6A13B2A7-A44E-4940-9367-4788F2807FB5}"/>
          </ac:spMkLst>
        </pc:spChg>
        <pc:spChg chg="add">
          <ac:chgData name="Brian Msane" userId="S::brian.msane@etihuku.com::50e3c5f6-7d3d-43b5-a935-ced02e48000c" providerId="AD" clId="Web-{CF4F4623-3CE0-FFA2-FCDF-3A2B41B45381}" dt="2024-05-23T07:56:59.769" v="480"/>
          <ac:spMkLst>
            <pc:docMk/>
            <pc:sldMk cId="4177107324" sldId="262"/>
            <ac:spMk id="37" creationId="{ADBF9A7D-DF04-4422-981B-76DFC7208897}"/>
          </ac:spMkLst>
        </pc:spChg>
        <pc:graphicFrameChg chg="add del">
          <ac:chgData name="Brian Msane" userId="S::brian.msane@etihuku.com::50e3c5f6-7d3d-43b5-a935-ced02e48000c" providerId="AD" clId="Web-{CF4F4623-3CE0-FFA2-FCDF-3A2B41B45381}" dt="2024-05-23T07:56:01.830" v="466"/>
          <ac:graphicFrameMkLst>
            <pc:docMk/>
            <pc:sldMk cId="4177107324" sldId="262"/>
            <ac:graphicFrameMk id="5" creationId="{E06D9619-83A9-D0D6-DD07-D0315A4C8694}"/>
          </ac:graphicFrameMkLst>
        </pc:graphicFrameChg>
        <pc:graphicFrameChg chg="add del">
          <ac:chgData name="Brian Msane" userId="S::brian.msane@etihuku.com::50e3c5f6-7d3d-43b5-a935-ced02e48000c" providerId="AD" clId="Web-{CF4F4623-3CE0-FFA2-FCDF-3A2B41B45381}" dt="2024-05-23T07:56:11.439" v="468"/>
          <ac:graphicFrameMkLst>
            <pc:docMk/>
            <pc:sldMk cId="4177107324" sldId="262"/>
            <ac:graphicFrameMk id="15" creationId="{F57875DC-688B-39C0-7653-AA9D302E1169}"/>
          </ac:graphicFrameMkLst>
        </pc:graphicFrameChg>
        <pc:graphicFrameChg chg="add mod modGraphic">
          <ac:chgData name="Brian Msane" userId="S::brian.msane@etihuku.com::50e3c5f6-7d3d-43b5-a935-ced02e48000c" providerId="AD" clId="Web-{CF4F4623-3CE0-FFA2-FCDF-3A2B41B45381}" dt="2024-05-23T07:58:10.349" v="491" actId="14100"/>
          <ac:graphicFrameMkLst>
            <pc:docMk/>
            <pc:sldMk cId="4177107324" sldId="262"/>
            <ac:graphicFrameMk id="20" creationId="{E06D9619-83A9-D0D6-DD07-D0315A4C8694}"/>
          </ac:graphicFrameMkLst>
        </pc:graphicFrameChg>
      </pc:sldChg>
      <pc:sldChg chg="addSp delSp modSp">
        <pc:chgData name="Brian Msane" userId="S::brian.msane@etihuku.com::50e3c5f6-7d3d-43b5-a935-ced02e48000c" providerId="AD" clId="Web-{CF4F4623-3CE0-FFA2-FCDF-3A2B41B45381}" dt="2024-05-23T07:40:11.165" v="291" actId="20577"/>
        <pc:sldMkLst>
          <pc:docMk/>
          <pc:sldMk cId="1815698022" sldId="263"/>
        </pc:sldMkLst>
        <pc:spChg chg="mod">
          <ac:chgData name="Brian Msane" userId="S::brian.msane@etihuku.com::50e3c5f6-7d3d-43b5-a935-ced02e48000c" providerId="AD" clId="Web-{CF4F4623-3CE0-FFA2-FCDF-3A2B41B45381}" dt="2024-05-23T07:36:54.863" v="243" actId="14100"/>
          <ac:spMkLst>
            <pc:docMk/>
            <pc:sldMk cId="1815698022" sldId="263"/>
            <ac:spMk id="2" creationId="{B8BE3490-B6FF-69F4-6070-A56A5BDB060D}"/>
          </ac:spMkLst>
        </pc:spChg>
        <pc:spChg chg="mod">
          <ac:chgData name="Brian Msane" userId="S::brian.msane@etihuku.com::50e3c5f6-7d3d-43b5-a935-ced02e48000c" providerId="AD" clId="Web-{CF4F4623-3CE0-FFA2-FCDF-3A2B41B45381}" dt="2024-05-23T07:40:11.165" v="291" actId="20577"/>
          <ac:spMkLst>
            <pc:docMk/>
            <pc:sldMk cId="1815698022" sldId="263"/>
            <ac:spMk id="3" creationId="{F47EE856-CC89-F7C0-3D61-E344F2E96B48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35:48.720" v="234"/>
          <ac:spMkLst>
            <pc:docMk/>
            <pc:sldMk cId="1815698022" sldId="263"/>
            <ac:spMk id="17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35:48.720" v="234"/>
          <ac:spMkLst>
            <pc:docMk/>
            <pc:sldMk cId="1815698022" sldId="263"/>
            <ac:spMk id="19" creationId="{0CF52A5B-5810-4130-A3DB-FD2582D053FB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35:48.720" v="234"/>
          <ac:spMkLst>
            <pc:docMk/>
            <pc:sldMk cId="1815698022" sldId="263"/>
            <ac:spMk id="21" creationId="{B8FE145C-BED6-4533-8211-7AC773F7A26A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35:48.705" v="233"/>
          <ac:spMkLst>
            <pc:docMk/>
            <pc:sldMk cId="1815698022" sldId="263"/>
            <ac:spMk id="27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7:35:48.705" v="233"/>
          <ac:spMkLst>
            <pc:docMk/>
            <pc:sldMk cId="1815698022" sldId="263"/>
            <ac:spMk id="29" creationId="{76ADA084-C86B-4F3C-8077-6A8999CC4632}"/>
          </ac:spMkLst>
        </pc:spChg>
        <pc:spChg chg="add">
          <ac:chgData name="Brian Msane" userId="S::brian.msane@etihuku.com::50e3c5f6-7d3d-43b5-a935-ced02e48000c" providerId="AD" clId="Web-{CF4F4623-3CE0-FFA2-FCDF-3A2B41B45381}" dt="2024-05-23T07:35:48.720" v="234"/>
          <ac:spMkLst>
            <pc:docMk/>
            <pc:sldMk cId="1815698022" sldId="263"/>
            <ac:spMk id="31" creationId="{B937640E-EF7A-4A6C-A950-D12B7D5C923E}"/>
          </ac:spMkLst>
        </pc:spChg>
        <pc:spChg chg="add">
          <ac:chgData name="Brian Msane" userId="S::brian.msane@etihuku.com::50e3c5f6-7d3d-43b5-a935-ced02e48000c" providerId="AD" clId="Web-{CF4F4623-3CE0-FFA2-FCDF-3A2B41B45381}" dt="2024-05-23T07:35:48.720" v="234"/>
          <ac:spMkLst>
            <pc:docMk/>
            <pc:sldMk cId="1815698022" sldId="263"/>
            <ac:spMk id="32" creationId="{76ADA084-C86B-4F3C-8077-6A8999CC4632}"/>
          </ac:spMkLst>
        </pc:spChg>
        <pc:picChg chg="add del">
          <ac:chgData name="Brian Msane" userId="S::brian.msane@etihuku.com::50e3c5f6-7d3d-43b5-a935-ced02e48000c" providerId="AD" clId="Web-{CF4F4623-3CE0-FFA2-FCDF-3A2B41B45381}" dt="2024-05-23T07:35:48.705" v="233"/>
          <ac:picMkLst>
            <pc:docMk/>
            <pc:sldMk cId="1815698022" sldId="263"/>
            <ac:picMk id="23" creationId="{DE66CAE9-ADEF-C697-593A-E8F828DCBB04}"/>
          </ac:picMkLst>
        </pc:picChg>
        <pc:picChg chg="add">
          <ac:chgData name="Brian Msane" userId="S::brian.msane@etihuku.com::50e3c5f6-7d3d-43b5-a935-ced02e48000c" providerId="AD" clId="Web-{CF4F4623-3CE0-FFA2-FCDF-3A2B41B45381}" dt="2024-05-23T07:35:48.720" v="234"/>
          <ac:picMkLst>
            <pc:docMk/>
            <pc:sldMk cId="1815698022" sldId="263"/>
            <ac:picMk id="33" creationId="{0C9B8D1C-4E7F-9B7A-4ACC-6431798EE3D4}"/>
          </ac:picMkLst>
        </pc:picChg>
      </pc:sldChg>
      <pc:sldChg chg="addSp delSp modSp mod setBg">
        <pc:chgData name="Brian Msane" userId="S::brian.msane@etihuku.com::50e3c5f6-7d3d-43b5-a935-ced02e48000c" providerId="AD" clId="Web-{CF4F4623-3CE0-FFA2-FCDF-3A2B41B45381}" dt="2024-05-23T08:42:53.544" v="544" actId="20577"/>
        <pc:sldMkLst>
          <pc:docMk/>
          <pc:sldMk cId="3803829526" sldId="264"/>
        </pc:sldMkLst>
        <pc:spChg chg="mod">
          <ac:chgData name="Brian Msane" userId="S::brian.msane@etihuku.com::50e3c5f6-7d3d-43b5-a935-ced02e48000c" providerId="AD" clId="Web-{CF4F4623-3CE0-FFA2-FCDF-3A2B41B45381}" dt="2024-05-23T08:40:59.767" v="525"/>
          <ac:spMkLst>
            <pc:docMk/>
            <pc:sldMk cId="3803829526" sldId="264"/>
            <ac:spMk id="2" creationId="{316E73B2-DD85-021E-8325-63ED7940C320}"/>
          </ac:spMkLst>
        </pc:spChg>
        <pc:spChg chg="del mod">
          <ac:chgData name="Brian Msane" userId="S::brian.msane@etihuku.com::50e3c5f6-7d3d-43b5-a935-ced02e48000c" providerId="AD" clId="Web-{CF4F4623-3CE0-FFA2-FCDF-3A2B41B45381}" dt="2024-05-23T07:59:38.788" v="495"/>
          <ac:spMkLst>
            <pc:docMk/>
            <pc:sldMk cId="3803829526" sldId="264"/>
            <ac:spMk id="3" creationId="{A44C5A19-54C9-5D42-21A7-48BD9B5580F1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00:06.758" v="498"/>
          <ac:spMkLst>
            <pc:docMk/>
            <pc:sldMk cId="3803829526" sldId="264"/>
            <ac:spMk id="9" creationId="{B937640E-EF7A-4A6C-A950-D12B7D5C923E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00:06.758" v="498"/>
          <ac:spMkLst>
            <pc:docMk/>
            <pc:sldMk cId="3803829526" sldId="264"/>
            <ac:spMk id="11" creationId="{F11FFA66-54A7-455D-B9A3-F5AE618078E4}"/>
          </ac:spMkLst>
        </pc:spChg>
        <pc:spChg chg="add del">
          <ac:chgData name="Brian Msane" userId="S::brian.msane@etihuku.com::50e3c5f6-7d3d-43b5-a935-ced02e48000c" providerId="AD" clId="Web-{CF4F4623-3CE0-FFA2-FCDF-3A2B41B45381}" dt="2024-05-23T08:00:06.758" v="498"/>
          <ac:spMkLst>
            <pc:docMk/>
            <pc:sldMk cId="3803829526" sldId="264"/>
            <ac:spMk id="13" creationId="{26374FE2-705B-45D0-89C5-02F4A44F2B19}"/>
          </ac:spMkLst>
        </pc:spChg>
        <pc:spChg chg="add">
          <ac:chgData name="Brian Msane" userId="S::brian.msane@etihuku.com::50e3c5f6-7d3d-43b5-a935-ced02e48000c" providerId="AD" clId="Web-{CF4F4623-3CE0-FFA2-FCDF-3A2B41B45381}" dt="2024-05-23T08:00:06.758" v="498"/>
          <ac:spMkLst>
            <pc:docMk/>
            <pc:sldMk cId="3803829526" sldId="264"/>
            <ac:spMk id="18" creationId="{B937640E-EF7A-4A6C-A950-D12B7D5C923E}"/>
          </ac:spMkLst>
        </pc:spChg>
        <pc:spChg chg="add">
          <ac:chgData name="Brian Msane" userId="S::brian.msane@etihuku.com::50e3c5f6-7d3d-43b5-a935-ced02e48000c" providerId="AD" clId="Web-{CF4F4623-3CE0-FFA2-FCDF-3A2B41B45381}" dt="2024-05-23T08:00:06.758" v="498"/>
          <ac:spMkLst>
            <pc:docMk/>
            <pc:sldMk cId="3803829526" sldId="264"/>
            <ac:spMk id="20" creationId="{7A46C5F3-4EAC-473B-BD72-1219E833DB14}"/>
          </ac:spMkLst>
        </pc:spChg>
        <pc:spChg chg="add">
          <ac:chgData name="Brian Msane" userId="S::brian.msane@etihuku.com::50e3c5f6-7d3d-43b5-a935-ced02e48000c" providerId="AD" clId="Web-{CF4F4623-3CE0-FFA2-FCDF-3A2B41B45381}" dt="2024-05-23T08:00:06.758" v="498"/>
          <ac:spMkLst>
            <pc:docMk/>
            <pc:sldMk cId="3803829526" sldId="264"/>
            <ac:spMk id="22" creationId="{12231725-D083-4E0F-9428-1C2635189CA9}"/>
          </ac:spMkLst>
        </pc:spChg>
        <pc:graphicFrameChg chg="add mod modGraphic">
          <ac:chgData name="Brian Msane" userId="S::brian.msane@etihuku.com::50e3c5f6-7d3d-43b5-a935-ced02e48000c" providerId="AD" clId="Web-{CF4F4623-3CE0-FFA2-FCDF-3A2B41B45381}" dt="2024-05-23T08:42:53.544" v="544" actId="20577"/>
          <ac:graphicFrameMkLst>
            <pc:docMk/>
            <pc:sldMk cId="3803829526" sldId="264"/>
            <ac:graphicFrameMk id="5" creationId="{9E8BCE8D-2FCA-35B0-7FBC-BA9953A951CD}"/>
          </ac:graphicFrameMkLst>
        </pc:graphicFrameChg>
      </pc:sldChg>
      <pc:sldChg chg="modSp">
        <pc:chgData name="Brian Msane" userId="S::brian.msane@etihuku.com::50e3c5f6-7d3d-43b5-a935-ced02e48000c" providerId="AD" clId="Web-{CF4F4623-3CE0-FFA2-FCDF-3A2B41B45381}" dt="2024-05-23T07:34:13.562" v="225" actId="20577"/>
        <pc:sldMkLst>
          <pc:docMk/>
          <pc:sldMk cId="533651053" sldId="265"/>
        </pc:sldMkLst>
        <pc:spChg chg="mod">
          <ac:chgData name="Brian Msane" userId="S::brian.msane@etihuku.com::50e3c5f6-7d3d-43b5-a935-ced02e48000c" providerId="AD" clId="Web-{CF4F4623-3CE0-FFA2-FCDF-3A2B41B45381}" dt="2024-05-23T07:34:13.562" v="225" actId="20577"/>
          <ac:spMkLst>
            <pc:docMk/>
            <pc:sldMk cId="533651053" sldId="265"/>
            <ac:spMk id="2" creationId="{1422033A-0CB8-2F34-D39E-F147BFFC1038}"/>
          </ac:spMkLst>
        </pc:spChg>
        <pc:graphicFrameChg chg="mod modGraphic">
          <ac:chgData name="Brian Msane" userId="S::brian.msane@etihuku.com::50e3c5f6-7d3d-43b5-a935-ced02e48000c" providerId="AD" clId="Web-{CF4F4623-3CE0-FFA2-FCDF-3A2B41B45381}" dt="2024-05-23T07:33:54.967" v="223" actId="20577"/>
          <ac:graphicFrameMkLst>
            <pc:docMk/>
            <pc:sldMk cId="533651053" sldId="265"/>
            <ac:graphicFrameMk id="13" creationId="{9F607771-6C8D-E592-126D-477A270B8AA1}"/>
          </ac:graphicFrameMkLst>
        </pc:graphicFrameChg>
      </pc:sldChg>
      <pc:sldChg chg="addSp delSp modSp mod setBg">
        <pc:chgData name="Brian Msane" userId="S::brian.msane@etihuku.com::50e3c5f6-7d3d-43b5-a935-ced02e48000c" providerId="AD" clId="Web-{CF4F4623-3CE0-FFA2-FCDF-3A2B41B45381}" dt="2024-05-23T07:32:20.762" v="210" actId="20577"/>
        <pc:sldMkLst>
          <pc:docMk/>
          <pc:sldMk cId="1089896118" sldId="266"/>
        </pc:sldMkLst>
        <pc:spChg chg="mod">
          <ac:chgData name="Brian Msane" userId="S::brian.msane@etihuku.com::50e3c5f6-7d3d-43b5-a935-ced02e48000c" providerId="AD" clId="Web-{CF4F4623-3CE0-FFA2-FCDF-3A2B41B45381}" dt="2024-05-23T07:18:22.818" v="174" actId="20577"/>
          <ac:spMkLst>
            <pc:docMk/>
            <pc:sldMk cId="1089896118" sldId="266"/>
            <ac:spMk id="2" creationId="{B1682102-C3C3-3FCC-7F63-B8FD7A7668A8}"/>
          </ac:spMkLst>
        </pc:spChg>
        <pc:spChg chg="del mod">
          <ac:chgData name="Brian Msane" userId="S::brian.msane@etihuku.com::50e3c5f6-7d3d-43b5-a935-ced02e48000c" providerId="AD" clId="Web-{CF4F4623-3CE0-FFA2-FCDF-3A2B41B45381}" dt="2024-05-23T07:17:53.130" v="169"/>
          <ac:spMkLst>
            <pc:docMk/>
            <pc:sldMk cId="1089896118" sldId="266"/>
            <ac:spMk id="3" creationId="{4BFAC6BB-449B-87F9-B233-AE40391AEA1B}"/>
          </ac:spMkLst>
        </pc:spChg>
        <pc:spChg chg="add">
          <ac:chgData name="Brian Msane" userId="S::brian.msane@etihuku.com::50e3c5f6-7d3d-43b5-a935-ced02e48000c" providerId="AD" clId="Web-{CF4F4623-3CE0-FFA2-FCDF-3A2B41B45381}" dt="2024-05-23T07:17:53.130" v="169"/>
          <ac:spMkLst>
            <pc:docMk/>
            <pc:sldMk cId="1089896118" sldId="266"/>
            <ac:spMk id="9" creationId="{B937640E-EF7A-4A6C-A950-D12B7D5C923E}"/>
          </ac:spMkLst>
        </pc:spChg>
        <pc:spChg chg="add">
          <ac:chgData name="Brian Msane" userId="S::brian.msane@etihuku.com::50e3c5f6-7d3d-43b5-a935-ced02e48000c" providerId="AD" clId="Web-{CF4F4623-3CE0-FFA2-FCDF-3A2B41B45381}" dt="2024-05-23T07:17:53.130" v="169"/>
          <ac:spMkLst>
            <pc:docMk/>
            <pc:sldMk cId="1089896118" sldId="266"/>
            <ac:spMk id="11" creationId="{1D9E6557-0E93-4B4F-8AD1-1A7E3870CD3F}"/>
          </ac:spMkLst>
        </pc:spChg>
        <pc:spChg chg="add">
          <ac:chgData name="Brian Msane" userId="S::brian.msane@etihuku.com::50e3c5f6-7d3d-43b5-a935-ced02e48000c" providerId="AD" clId="Web-{CF4F4623-3CE0-FFA2-FCDF-3A2B41B45381}" dt="2024-05-23T07:17:53.130" v="169"/>
          <ac:spMkLst>
            <pc:docMk/>
            <pc:sldMk cId="1089896118" sldId="266"/>
            <ac:spMk id="13" creationId="{06B84358-2894-45F1-8753-B1EC1E593DD8}"/>
          </ac:spMkLst>
        </pc:spChg>
        <pc:graphicFrameChg chg="add mod modGraphic">
          <ac:chgData name="Brian Msane" userId="S::brian.msane@etihuku.com::50e3c5f6-7d3d-43b5-a935-ced02e48000c" providerId="AD" clId="Web-{CF4F4623-3CE0-FFA2-FCDF-3A2B41B45381}" dt="2024-05-23T07:32:20.762" v="210" actId="20577"/>
          <ac:graphicFrameMkLst>
            <pc:docMk/>
            <pc:sldMk cId="1089896118" sldId="266"/>
            <ac:graphicFrameMk id="5" creationId="{A059F6BC-EB4C-7D4A-BB47-410C58B59DC1}"/>
          </ac:graphicFrameMkLst>
        </pc:graphicFrameChg>
      </pc:sldChg>
      <pc:sldChg chg="modSp">
        <pc:chgData name="Brian Msane" userId="S::brian.msane@etihuku.com::50e3c5f6-7d3d-43b5-a935-ced02e48000c" providerId="AD" clId="Web-{CF4F4623-3CE0-FFA2-FCDF-3A2B41B45381}" dt="2024-05-23T13:46:41.049" v="580" actId="1076"/>
        <pc:sldMkLst>
          <pc:docMk/>
          <pc:sldMk cId="2179314688" sldId="267"/>
        </pc:sldMkLst>
        <pc:spChg chg="mod">
          <ac:chgData name="Brian Msane" userId="S::brian.msane@etihuku.com::50e3c5f6-7d3d-43b5-a935-ced02e48000c" providerId="AD" clId="Web-{CF4F4623-3CE0-FFA2-FCDF-3A2B41B45381}" dt="2024-05-23T07:31:34.057" v="205" actId="20577"/>
          <ac:spMkLst>
            <pc:docMk/>
            <pc:sldMk cId="2179314688" sldId="267"/>
            <ac:spMk id="3" creationId="{7B491EDF-261E-4BB9-084F-A2065D2EF93E}"/>
          </ac:spMkLst>
        </pc:spChg>
        <pc:picChg chg="mod">
          <ac:chgData name="Brian Msane" userId="S::brian.msane@etihuku.com::50e3c5f6-7d3d-43b5-a935-ced02e48000c" providerId="AD" clId="Web-{CF4F4623-3CE0-FFA2-FCDF-3A2B41B45381}" dt="2024-05-23T13:46:41.049" v="580" actId="1076"/>
          <ac:picMkLst>
            <pc:docMk/>
            <pc:sldMk cId="2179314688" sldId="267"/>
            <ac:picMk id="7" creationId="{222B7A23-100E-2D45-EA34-A6703568DE14}"/>
          </ac:picMkLst>
        </pc:picChg>
      </pc:sldChg>
    </pc:docChg>
  </pc:docChgLst>
  <pc:docChgLst>
    <pc:chgData name="Brian Msane" userId="S::brian.msane@etihuku.com::50e3c5f6-7d3d-43b5-a935-ced02e48000c" providerId="AD" clId="Web-{61CA9784-F3B0-A28A-F7E8-4EB80008ADD0}"/>
    <pc:docChg chg="addSld modSld">
      <pc:chgData name="Brian Msane" userId="S::brian.msane@etihuku.com::50e3c5f6-7d3d-43b5-a935-ced02e48000c" providerId="AD" clId="Web-{61CA9784-F3B0-A28A-F7E8-4EB80008ADD0}" dt="2024-05-23T07:02:01.580" v="179" actId="20577"/>
      <pc:docMkLst>
        <pc:docMk/>
      </pc:docMkLst>
      <pc:sldChg chg="modSp">
        <pc:chgData name="Brian Msane" userId="S::brian.msane@etihuku.com::50e3c5f6-7d3d-43b5-a935-ced02e48000c" providerId="AD" clId="Web-{61CA9784-F3B0-A28A-F7E8-4EB80008ADD0}" dt="2024-05-23T06:51:11.804" v="1" actId="20577"/>
        <pc:sldMkLst>
          <pc:docMk/>
          <pc:sldMk cId="109857222" sldId="256"/>
        </pc:sldMkLst>
        <pc:spChg chg="mod">
          <ac:chgData name="Brian Msane" userId="S::brian.msane@etihuku.com::50e3c5f6-7d3d-43b5-a935-ced02e48000c" providerId="AD" clId="Web-{61CA9784-F3B0-A28A-F7E8-4EB80008ADD0}" dt="2024-05-23T06:51:11.804" v="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Brian Msane" userId="S::brian.msane@etihuku.com::50e3c5f6-7d3d-43b5-a935-ced02e48000c" providerId="AD" clId="Web-{61CA9784-F3B0-A28A-F7E8-4EB80008ADD0}" dt="2024-05-23T06:52:45.290" v="15" actId="20577"/>
        <pc:sldMkLst>
          <pc:docMk/>
          <pc:sldMk cId="3250615593" sldId="260"/>
        </pc:sldMkLst>
        <pc:spChg chg="mod">
          <ac:chgData name="Brian Msane" userId="S::brian.msane@etihuku.com::50e3c5f6-7d3d-43b5-a935-ced02e48000c" providerId="AD" clId="Web-{61CA9784-F3B0-A28A-F7E8-4EB80008ADD0}" dt="2024-05-23T06:52:45.290" v="15" actId="20577"/>
          <ac:spMkLst>
            <pc:docMk/>
            <pc:sldMk cId="3250615593" sldId="260"/>
            <ac:spMk id="3" creationId="{E8B0F8D2-41E4-712C-5610-30998D60A01E}"/>
          </ac:spMkLst>
        </pc:spChg>
      </pc:sldChg>
      <pc:sldChg chg="modSp">
        <pc:chgData name="Brian Msane" userId="S::brian.msane@etihuku.com::50e3c5f6-7d3d-43b5-a935-ced02e48000c" providerId="AD" clId="Web-{61CA9784-F3B0-A28A-F7E8-4EB80008ADD0}" dt="2024-05-23T07:02:01.580" v="179" actId="20577"/>
        <pc:sldMkLst>
          <pc:docMk/>
          <pc:sldMk cId="3803829526" sldId="264"/>
        </pc:sldMkLst>
        <pc:spChg chg="mod">
          <ac:chgData name="Brian Msane" userId="S::brian.msane@etihuku.com::50e3c5f6-7d3d-43b5-a935-ced02e48000c" providerId="AD" clId="Web-{61CA9784-F3B0-A28A-F7E8-4EB80008ADD0}" dt="2024-05-23T07:02:01.580" v="179" actId="20577"/>
          <ac:spMkLst>
            <pc:docMk/>
            <pc:sldMk cId="3803829526" sldId="264"/>
            <ac:spMk id="3" creationId="{A44C5A19-54C9-5D42-21A7-48BD9B5580F1}"/>
          </ac:spMkLst>
        </pc:spChg>
      </pc:sldChg>
      <pc:sldChg chg="addSp delSp modSp mod setBg">
        <pc:chgData name="Brian Msane" userId="S::brian.msane@etihuku.com::50e3c5f6-7d3d-43b5-a935-ced02e48000c" providerId="AD" clId="Web-{61CA9784-F3B0-A28A-F7E8-4EB80008ADD0}" dt="2024-05-23T06:59:39.625" v="94" actId="14100"/>
        <pc:sldMkLst>
          <pc:docMk/>
          <pc:sldMk cId="533651053" sldId="265"/>
        </pc:sldMkLst>
        <pc:spChg chg="mod">
          <ac:chgData name="Brian Msane" userId="S::brian.msane@etihuku.com::50e3c5f6-7d3d-43b5-a935-ced02e48000c" providerId="AD" clId="Web-{61CA9784-F3B0-A28A-F7E8-4EB80008ADD0}" dt="2024-05-23T06:59:39.625" v="94" actId="14100"/>
          <ac:spMkLst>
            <pc:docMk/>
            <pc:sldMk cId="533651053" sldId="265"/>
            <ac:spMk id="2" creationId="{1422033A-0CB8-2F34-D39E-F147BFFC1038}"/>
          </ac:spMkLst>
        </pc:spChg>
        <pc:spChg chg="del mod">
          <ac:chgData name="Brian Msane" userId="S::brian.msane@etihuku.com::50e3c5f6-7d3d-43b5-a935-ced02e48000c" providerId="AD" clId="Web-{61CA9784-F3B0-A28A-F7E8-4EB80008ADD0}" dt="2024-05-23T06:59:09.640" v="90"/>
          <ac:spMkLst>
            <pc:docMk/>
            <pc:sldMk cId="533651053" sldId="265"/>
            <ac:spMk id="3" creationId="{37A5C656-CF96-20B9-80BC-485ABEB39B98}"/>
          </ac:spMkLst>
        </pc:spChg>
        <pc:spChg chg="add">
          <ac:chgData name="Brian Msane" userId="S::brian.msane@etihuku.com::50e3c5f6-7d3d-43b5-a935-ced02e48000c" providerId="AD" clId="Web-{61CA9784-F3B0-A28A-F7E8-4EB80008ADD0}" dt="2024-05-23T06:58:37.624" v="86"/>
          <ac:spMkLst>
            <pc:docMk/>
            <pc:sldMk cId="533651053" sldId="265"/>
            <ac:spMk id="9" creationId="{B937640E-EF7A-4A6C-A950-D12B7D5C923E}"/>
          </ac:spMkLst>
        </pc:spChg>
        <pc:spChg chg="add">
          <ac:chgData name="Brian Msane" userId="S::brian.msane@etihuku.com::50e3c5f6-7d3d-43b5-a935-ced02e48000c" providerId="AD" clId="Web-{61CA9784-F3B0-A28A-F7E8-4EB80008ADD0}" dt="2024-05-23T06:58:37.624" v="86"/>
          <ac:spMkLst>
            <pc:docMk/>
            <pc:sldMk cId="533651053" sldId="265"/>
            <ac:spMk id="11" creationId="{76ADA084-C86B-4F3C-8077-6A8999CC4632}"/>
          </ac:spMkLst>
        </pc:spChg>
        <pc:graphicFrameChg chg="add">
          <ac:chgData name="Brian Msane" userId="S::brian.msane@etihuku.com::50e3c5f6-7d3d-43b5-a935-ced02e48000c" providerId="AD" clId="Web-{61CA9784-F3B0-A28A-F7E8-4EB80008ADD0}" dt="2024-05-23T06:59:09.640" v="90"/>
          <ac:graphicFrameMkLst>
            <pc:docMk/>
            <pc:sldMk cId="533651053" sldId="265"/>
            <ac:graphicFrameMk id="13" creationId="{9F607771-6C8D-E592-126D-477A270B8AA1}"/>
          </ac:graphicFrameMkLst>
        </pc:graphicFrameChg>
        <pc:picChg chg="add">
          <ac:chgData name="Brian Msane" userId="S::brian.msane@etihuku.com::50e3c5f6-7d3d-43b5-a935-ced02e48000c" providerId="AD" clId="Web-{61CA9784-F3B0-A28A-F7E8-4EB80008ADD0}" dt="2024-05-23T06:58:37.624" v="86"/>
          <ac:picMkLst>
            <pc:docMk/>
            <pc:sldMk cId="533651053" sldId="265"/>
            <ac:picMk id="5" creationId="{7363DE62-7BEA-68B3-309C-7F4F41C185D2}"/>
          </ac:picMkLst>
        </pc:picChg>
      </pc:sldChg>
      <pc:sldChg chg="modSp new">
        <pc:chgData name="Brian Msane" userId="S::brian.msane@etihuku.com::50e3c5f6-7d3d-43b5-a935-ced02e48000c" providerId="AD" clId="Web-{61CA9784-F3B0-A28A-F7E8-4EB80008ADD0}" dt="2024-05-23T06:54:47.792" v="29" actId="20577"/>
        <pc:sldMkLst>
          <pc:docMk/>
          <pc:sldMk cId="1089896118" sldId="266"/>
        </pc:sldMkLst>
        <pc:spChg chg="mod">
          <ac:chgData name="Brian Msane" userId="S::brian.msane@etihuku.com::50e3c5f6-7d3d-43b5-a935-ced02e48000c" providerId="AD" clId="Web-{61CA9784-F3B0-A28A-F7E8-4EB80008ADD0}" dt="2024-05-23T06:54:47.792" v="29" actId="20577"/>
          <ac:spMkLst>
            <pc:docMk/>
            <pc:sldMk cId="1089896118" sldId="266"/>
            <ac:spMk id="2" creationId="{B1682102-C3C3-3FCC-7F63-B8FD7A7668A8}"/>
          </ac:spMkLst>
        </pc:spChg>
      </pc:sldChg>
      <pc:sldChg chg="addSp delSp modSp new mod setBg">
        <pc:chgData name="Brian Msane" userId="S::brian.msane@etihuku.com::50e3c5f6-7d3d-43b5-a935-ced02e48000c" providerId="AD" clId="Web-{61CA9784-F3B0-A28A-F7E8-4EB80008ADD0}" dt="2024-05-23T06:56:37.778" v="44" actId="20577"/>
        <pc:sldMkLst>
          <pc:docMk/>
          <pc:sldMk cId="2179314688" sldId="267"/>
        </pc:sldMkLst>
        <pc:spChg chg="del mod">
          <ac:chgData name="Brian Msane" userId="S::brian.msane@etihuku.com::50e3c5f6-7d3d-43b5-a935-ced02e48000c" providerId="AD" clId="Web-{61CA9784-F3B0-A28A-F7E8-4EB80008ADD0}" dt="2024-05-23T06:55:50.340" v="38"/>
          <ac:spMkLst>
            <pc:docMk/>
            <pc:sldMk cId="2179314688" sldId="267"/>
            <ac:spMk id="2" creationId="{7ADC47D1-C200-A119-7C95-A2AF1FE2B253}"/>
          </ac:spMkLst>
        </pc:spChg>
        <pc:spChg chg="mod">
          <ac:chgData name="Brian Msane" userId="S::brian.msane@etihuku.com::50e3c5f6-7d3d-43b5-a935-ced02e48000c" providerId="AD" clId="Web-{61CA9784-F3B0-A28A-F7E8-4EB80008ADD0}" dt="2024-05-23T06:56:37.778" v="44" actId="20577"/>
          <ac:spMkLst>
            <pc:docMk/>
            <pc:sldMk cId="2179314688" sldId="267"/>
            <ac:spMk id="3" creationId="{7B491EDF-261E-4BB9-084F-A2065D2EF93E}"/>
          </ac:spMkLst>
        </pc:spChg>
        <pc:spChg chg="add">
          <ac:chgData name="Brian Msane" userId="S::brian.msane@etihuku.com::50e3c5f6-7d3d-43b5-a935-ced02e48000c" providerId="AD" clId="Web-{61CA9784-F3B0-A28A-F7E8-4EB80008ADD0}" dt="2024-05-23T06:55:31.308" v="36"/>
          <ac:spMkLst>
            <pc:docMk/>
            <pc:sldMk cId="2179314688" sldId="267"/>
            <ac:spMk id="10" creationId="{B937640E-EF7A-4A6C-A950-D12B7D5C923E}"/>
          </ac:spMkLst>
        </pc:spChg>
        <pc:spChg chg="add">
          <ac:chgData name="Brian Msane" userId="S::brian.msane@etihuku.com::50e3c5f6-7d3d-43b5-a935-ced02e48000c" providerId="AD" clId="Web-{61CA9784-F3B0-A28A-F7E8-4EB80008ADD0}" dt="2024-05-23T06:55:31.308" v="36"/>
          <ac:spMkLst>
            <pc:docMk/>
            <pc:sldMk cId="2179314688" sldId="267"/>
            <ac:spMk id="12" creationId="{094CCE7A-BF63-4F34-A790-506292F49DCB}"/>
          </ac:spMkLst>
        </pc:spChg>
        <pc:spChg chg="add">
          <ac:chgData name="Brian Msane" userId="S::brian.msane@etihuku.com::50e3c5f6-7d3d-43b5-a935-ced02e48000c" providerId="AD" clId="Web-{61CA9784-F3B0-A28A-F7E8-4EB80008ADD0}" dt="2024-05-23T06:55:31.308" v="36"/>
          <ac:spMkLst>
            <pc:docMk/>
            <pc:sldMk cId="2179314688" sldId="267"/>
            <ac:spMk id="14" creationId="{F066AA63-76B1-4DA5-BDFB-DB2FD4E001BC}"/>
          </ac:spMkLst>
        </pc:spChg>
        <pc:picChg chg="add">
          <ac:chgData name="Brian Msane" userId="S::brian.msane@etihuku.com::50e3c5f6-7d3d-43b5-a935-ced02e48000c" providerId="AD" clId="Web-{61CA9784-F3B0-A28A-F7E8-4EB80008ADD0}" dt="2024-05-23T06:55:31.308" v="36"/>
          <ac:picMkLst>
            <pc:docMk/>
            <pc:sldMk cId="2179314688" sldId="267"/>
            <ac:picMk id="7" creationId="{222B7A23-100E-2D45-EA34-A6703568DE1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366A1C-A42C-4563-A15E-CB9F76E6D6D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F11333D-84BF-453C-9174-5036A6B6EA55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00B0F0"/>
              </a:solidFill>
            </a:rPr>
            <a:t>Script-based Automation</a:t>
          </a:r>
        </a:p>
      </dgm:t>
    </dgm:pt>
    <dgm:pt modelId="{0A2777AD-B9A9-4422-9013-074A112751A2}" type="parTrans" cxnId="{44A2F27F-E231-4F2A-97F3-06B84D3CDDC4}">
      <dgm:prSet/>
      <dgm:spPr/>
      <dgm:t>
        <a:bodyPr/>
        <a:lstStyle/>
        <a:p>
          <a:endParaRPr lang="en-US"/>
        </a:p>
      </dgm:t>
    </dgm:pt>
    <dgm:pt modelId="{D8A768E4-04A2-4E35-9909-DEE9E564E1C1}" type="sibTrans" cxnId="{44A2F27F-E231-4F2A-97F3-06B84D3CDDC4}">
      <dgm:prSet/>
      <dgm:spPr/>
      <dgm:t>
        <a:bodyPr/>
        <a:lstStyle/>
        <a:p>
          <a:endParaRPr lang="en-US"/>
        </a:p>
      </dgm:t>
    </dgm:pt>
    <dgm:pt modelId="{CCB8304C-2670-4C50-80B0-B4F4A9EEB692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0000"/>
              </a:solidFill>
            </a:rPr>
            <a:t>Robotic Process Automation</a:t>
          </a:r>
        </a:p>
      </dgm:t>
    </dgm:pt>
    <dgm:pt modelId="{E0E86E7D-8A10-4757-B011-45CA0F25BE06}" type="parTrans" cxnId="{50FDEBEA-E7DB-47D2-A27B-836D1A2C34DE}">
      <dgm:prSet/>
      <dgm:spPr/>
      <dgm:t>
        <a:bodyPr/>
        <a:lstStyle/>
        <a:p>
          <a:endParaRPr lang="en-US"/>
        </a:p>
      </dgm:t>
    </dgm:pt>
    <dgm:pt modelId="{80D9D37E-254B-46E4-A0B9-B53090CFCB23}" type="sibTrans" cxnId="{50FDEBEA-E7DB-47D2-A27B-836D1A2C34DE}">
      <dgm:prSet/>
      <dgm:spPr/>
      <dgm:t>
        <a:bodyPr/>
        <a:lstStyle/>
        <a:p>
          <a:endParaRPr lang="en-US"/>
        </a:p>
      </dgm:t>
    </dgm:pt>
    <dgm:pt modelId="{E5658A37-D7E8-4B5A-8A9E-65C8AB4CCBCE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7030A0"/>
              </a:solidFill>
            </a:rPr>
            <a:t>AI-driven Automation</a:t>
          </a:r>
        </a:p>
      </dgm:t>
    </dgm:pt>
    <dgm:pt modelId="{05DD796F-F242-4F22-94DD-EAAC2B6AD4BC}" type="parTrans" cxnId="{210584EC-8C6B-48D9-83A9-113081163589}">
      <dgm:prSet/>
      <dgm:spPr/>
      <dgm:t>
        <a:bodyPr/>
        <a:lstStyle/>
        <a:p>
          <a:endParaRPr lang="en-US"/>
        </a:p>
      </dgm:t>
    </dgm:pt>
    <dgm:pt modelId="{7F0A1DBC-B869-4B26-A471-8869B9DCDF84}" type="sibTrans" cxnId="{210584EC-8C6B-48D9-83A9-113081163589}">
      <dgm:prSet/>
      <dgm:spPr/>
      <dgm:t>
        <a:bodyPr/>
        <a:lstStyle/>
        <a:p>
          <a:endParaRPr lang="en-US"/>
        </a:p>
      </dgm:t>
    </dgm:pt>
    <dgm:pt modelId="{3F897B55-1654-4F07-B8E1-E6BD6DF66EB8}" type="pres">
      <dgm:prSet presAssocID="{3A366A1C-A42C-4563-A15E-CB9F76E6D6D3}" presName="root" presStyleCnt="0">
        <dgm:presLayoutVars>
          <dgm:dir/>
          <dgm:resizeHandles val="exact"/>
        </dgm:presLayoutVars>
      </dgm:prSet>
      <dgm:spPr/>
    </dgm:pt>
    <dgm:pt modelId="{79174155-9C67-49F9-A931-B1F5516DE8E2}" type="pres">
      <dgm:prSet presAssocID="{3F11333D-84BF-453C-9174-5036A6B6EA55}" presName="compNode" presStyleCnt="0"/>
      <dgm:spPr/>
    </dgm:pt>
    <dgm:pt modelId="{67AE6BEA-B14A-4DD1-99B5-2F55BCE91791}" type="pres">
      <dgm:prSet presAssocID="{3F11333D-84BF-453C-9174-5036A6B6EA55}" presName="iconBgRect" presStyleLbl="bgShp" presStyleIdx="0" presStyleCnt="3"/>
      <dgm:spPr/>
    </dgm:pt>
    <dgm:pt modelId="{9DB02180-1644-4978-BC2F-6EB9192F95D7}" type="pres">
      <dgm:prSet presAssocID="{3F11333D-84BF-453C-9174-5036A6B6EA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ED9B77D-9F62-499A-9E89-3D0477620A2F}" type="pres">
      <dgm:prSet presAssocID="{3F11333D-84BF-453C-9174-5036A6B6EA55}" presName="spaceRect" presStyleCnt="0"/>
      <dgm:spPr/>
    </dgm:pt>
    <dgm:pt modelId="{9E569362-CA79-45D5-9C4A-CB1DB4F647C6}" type="pres">
      <dgm:prSet presAssocID="{3F11333D-84BF-453C-9174-5036A6B6EA55}" presName="textRect" presStyleLbl="revTx" presStyleIdx="0" presStyleCnt="3">
        <dgm:presLayoutVars>
          <dgm:chMax val="1"/>
          <dgm:chPref val="1"/>
        </dgm:presLayoutVars>
      </dgm:prSet>
      <dgm:spPr/>
    </dgm:pt>
    <dgm:pt modelId="{CC025664-3B1D-4617-BE0C-0E0846FC856B}" type="pres">
      <dgm:prSet presAssocID="{D8A768E4-04A2-4E35-9909-DEE9E564E1C1}" presName="sibTrans" presStyleCnt="0"/>
      <dgm:spPr/>
    </dgm:pt>
    <dgm:pt modelId="{A5B586F7-DC4A-458F-9CF1-0EFBB6BB9AA9}" type="pres">
      <dgm:prSet presAssocID="{CCB8304C-2670-4C50-80B0-B4F4A9EEB692}" presName="compNode" presStyleCnt="0"/>
      <dgm:spPr/>
    </dgm:pt>
    <dgm:pt modelId="{3D605636-099F-4910-AA5D-A084D25E2FAF}" type="pres">
      <dgm:prSet presAssocID="{CCB8304C-2670-4C50-80B0-B4F4A9EEB692}" presName="iconBgRect" presStyleLbl="bgShp" presStyleIdx="1" presStyleCnt="3"/>
      <dgm:spPr/>
    </dgm:pt>
    <dgm:pt modelId="{F58894D0-74AD-4084-B7D4-B59E0E15687C}" type="pres">
      <dgm:prSet presAssocID="{CCB8304C-2670-4C50-80B0-B4F4A9EEB6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3D1CD22-1E02-4597-A9BF-DAC2699F53BC}" type="pres">
      <dgm:prSet presAssocID="{CCB8304C-2670-4C50-80B0-B4F4A9EEB692}" presName="spaceRect" presStyleCnt="0"/>
      <dgm:spPr/>
    </dgm:pt>
    <dgm:pt modelId="{21277914-D672-464D-9019-6EAC537D58AC}" type="pres">
      <dgm:prSet presAssocID="{CCB8304C-2670-4C50-80B0-B4F4A9EEB692}" presName="textRect" presStyleLbl="revTx" presStyleIdx="1" presStyleCnt="3">
        <dgm:presLayoutVars>
          <dgm:chMax val="1"/>
          <dgm:chPref val="1"/>
        </dgm:presLayoutVars>
      </dgm:prSet>
      <dgm:spPr/>
    </dgm:pt>
    <dgm:pt modelId="{47DE2C6A-8B61-4A3F-BDAC-86EADE01A7B9}" type="pres">
      <dgm:prSet presAssocID="{80D9D37E-254B-46E4-A0B9-B53090CFCB23}" presName="sibTrans" presStyleCnt="0"/>
      <dgm:spPr/>
    </dgm:pt>
    <dgm:pt modelId="{F7A74448-5E5A-4383-8D1B-C6282D40EC22}" type="pres">
      <dgm:prSet presAssocID="{E5658A37-D7E8-4B5A-8A9E-65C8AB4CCBCE}" presName="compNode" presStyleCnt="0"/>
      <dgm:spPr/>
    </dgm:pt>
    <dgm:pt modelId="{CB4ABA20-782D-4492-A419-633EDEAFD1A2}" type="pres">
      <dgm:prSet presAssocID="{E5658A37-D7E8-4B5A-8A9E-65C8AB4CCBCE}" presName="iconBgRect" presStyleLbl="bgShp" presStyleIdx="2" presStyleCnt="3"/>
      <dgm:spPr/>
    </dgm:pt>
    <dgm:pt modelId="{E686253E-CFFC-4D95-B896-C7896ECB4CD9}" type="pres">
      <dgm:prSet presAssocID="{E5658A37-D7E8-4B5A-8A9E-65C8AB4CCB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37F32C-6ECB-47F2-A04C-319FCBB1949B}" type="pres">
      <dgm:prSet presAssocID="{E5658A37-D7E8-4B5A-8A9E-65C8AB4CCBCE}" presName="spaceRect" presStyleCnt="0"/>
      <dgm:spPr/>
    </dgm:pt>
    <dgm:pt modelId="{0439A64C-75E5-4277-AB7B-37F65A46F943}" type="pres">
      <dgm:prSet presAssocID="{E5658A37-D7E8-4B5A-8A9E-65C8AB4CCB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E15570D-DD48-40EB-82BF-C386B614E25F}" type="presOf" srcId="{CCB8304C-2670-4C50-80B0-B4F4A9EEB692}" destId="{21277914-D672-464D-9019-6EAC537D58AC}" srcOrd="0" destOrd="0" presId="urn:microsoft.com/office/officeart/2018/5/layout/IconCircleLabelList"/>
    <dgm:cxn modelId="{860E5334-59C0-4260-BC36-335180DC5ADB}" type="presOf" srcId="{3A366A1C-A42C-4563-A15E-CB9F76E6D6D3}" destId="{3F897B55-1654-4F07-B8E1-E6BD6DF66EB8}" srcOrd="0" destOrd="0" presId="urn:microsoft.com/office/officeart/2018/5/layout/IconCircleLabelList"/>
    <dgm:cxn modelId="{44A2F27F-E231-4F2A-97F3-06B84D3CDDC4}" srcId="{3A366A1C-A42C-4563-A15E-CB9F76E6D6D3}" destId="{3F11333D-84BF-453C-9174-5036A6B6EA55}" srcOrd="0" destOrd="0" parTransId="{0A2777AD-B9A9-4422-9013-074A112751A2}" sibTransId="{D8A768E4-04A2-4E35-9909-DEE9E564E1C1}"/>
    <dgm:cxn modelId="{5B2D7CE0-B678-4705-AFE9-F4D3B40B4CF0}" type="presOf" srcId="{3F11333D-84BF-453C-9174-5036A6B6EA55}" destId="{9E569362-CA79-45D5-9C4A-CB1DB4F647C6}" srcOrd="0" destOrd="0" presId="urn:microsoft.com/office/officeart/2018/5/layout/IconCircleLabelList"/>
    <dgm:cxn modelId="{50FDEBEA-E7DB-47D2-A27B-836D1A2C34DE}" srcId="{3A366A1C-A42C-4563-A15E-CB9F76E6D6D3}" destId="{CCB8304C-2670-4C50-80B0-B4F4A9EEB692}" srcOrd="1" destOrd="0" parTransId="{E0E86E7D-8A10-4757-B011-45CA0F25BE06}" sibTransId="{80D9D37E-254B-46E4-A0B9-B53090CFCB23}"/>
    <dgm:cxn modelId="{210584EC-8C6B-48D9-83A9-113081163589}" srcId="{3A366A1C-A42C-4563-A15E-CB9F76E6D6D3}" destId="{E5658A37-D7E8-4B5A-8A9E-65C8AB4CCBCE}" srcOrd="2" destOrd="0" parTransId="{05DD796F-F242-4F22-94DD-EAAC2B6AD4BC}" sibTransId="{7F0A1DBC-B869-4B26-A471-8869B9DCDF84}"/>
    <dgm:cxn modelId="{9FD299F4-17DA-447A-8E95-FFB3CCE0489F}" type="presOf" srcId="{E5658A37-D7E8-4B5A-8A9E-65C8AB4CCBCE}" destId="{0439A64C-75E5-4277-AB7B-37F65A46F943}" srcOrd="0" destOrd="0" presId="urn:microsoft.com/office/officeart/2018/5/layout/IconCircleLabelList"/>
    <dgm:cxn modelId="{3E77F6FA-0CAC-4344-817D-4CEC8CC80363}" type="presParOf" srcId="{3F897B55-1654-4F07-B8E1-E6BD6DF66EB8}" destId="{79174155-9C67-49F9-A931-B1F5516DE8E2}" srcOrd="0" destOrd="0" presId="urn:microsoft.com/office/officeart/2018/5/layout/IconCircleLabelList"/>
    <dgm:cxn modelId="{2CE39F90-AAEC-4E78-BE1B-5BD075AF7163}" type="presParOf" srcId="{79174155-9C67-49F9-A931-B1F5516DE8E2}" destId="{67AE6BEA-B14A-4DD1-99B5-2F55BCE91791}" srcOrd="0" destOrd="0" presId="urn:microsoft.com/office/officeart/2018/5/layout/IconCircleLabelList"/>
    <dgm:cxn modelId="{514B4E19-C161-42DD-A846-FFC49D748FF7}" type="presParOf" srcId="{79174155-9C67-49F9-A931-B1F5516DE8E2}" destId="{9DB02180-1644-4978-BC2F-6EB9192F95D7}" srcOrd="1" destOrd="0" presId="urn:microsoft.com/office/officeart/2018/5/layout/IconCircleLabelList"/>
    <dgm:cxn modelId="{2719D7BA-D0C6-4720-B6AD-6E84F35B03AD}" type="presParOf" srcId="{79174155-9C67-49F9-A931-B1F5516DE8E2}" destId="{7ED9B77D-9F62-499A-9E89-3D0477620A2F}" srcOrd="2" destOrd="0" presId="urn:microsoft.com/office/officeart/2018/5/layout/IconCircleLabelList"/>
    <dgm:cxn modelId="{46AC8848-3C20-4C8D-9AF2-829FAD7D0917}" type="presParOf" srcId="{79174155-9C67-49F9-A931-B1F5516DE8E2}" destId="{9E569362-CA79-45D5-9C4A-CB1DB4F647C6}" srcOrd="3" destOrd="0" presId="urn:microsoft.com/office/officeart/2018/5/layout/IconCircleLabelList"/>
    <dgm:cxn modelId="{B97E4F1C-B09D-4CB5-8BA2-7E285111DA21}" type="presParOf" srcId="{3F897B55-1654-4F07-B8E1-E6BD6DF66EB8}" destId="{CC025664-3B1D-4617-BE0C-0E0846FC856B}" srcOrd="1" destOrd="0" presId="urn:microsoft.com/office/officeart/2018/5/layout/IconCircleLabelList"/>
    <dgm:cxn modelId="{F23DA6B4-CC89-4241-A3B9-2942552B64E6}" type="presParOf" srcId="{3F897B55-1654-4F07-B8E1-E6BD6DF66EB8}" destId="{A5B586F7-DC4A-458F-9CF1-0EFBB6BB9AA9}" srcOrd="2" destOrd="0" presId="urn:microsoft.com/office/officeart/2018/5/layout/IconCircleLabelList"/>
    <dgm:cxn modelId="{64380EA9-EBBA-4757-A27C-AC823013158F}" type="presParOf" srcId="{A5B586F7-DC4A-458F-9CF1-0EFBB6BB9AA9}" destId="{3D605636-099F-4910-AA5D-A084D25E2FAF}" srcOrd="0" destOrd="0" presId="urn:microsoft.com/office/officeart/2018/5/layout/IconCircleLabelList"/>
    <dgm:cxn modelId="{8D72E0F2-7D36-4DBB-AFAB-F60AB389657A}" type="presParOf" srcId="{A5B586F7-DC4A-458F-9CF1-0EFBB6BB9AA9}" destId="{F58894D0-74AD-4084-B7D4-B59E0E15687C}" srcOrd="1" destOrd="0" presId="urn:microsoft.com/office/officeart/2018/5/layout/IconCircleLabelList"/>
    <dgm:cxn modelId="{A8588F9E-9FB9-48CC-B22E-CD1A0BCC7FED}" type="presParOf" srcId="{A5B586F7-DC4A-458F-9CF1-0EFBB6BB9AA9}" destId="{B3D1CD22-1E02-4597-A9BF-DAC2699F53BC}" srcOrd="2" destOrd="0" presId="urn:microsoft.com/office/officeart/2018/5/layout/IconCircleLabelList"/>
    <dgm:cxn modelId="{5CEFBE6F-886E-445C-8926-F03ED8CB08CD}" type="presParOf" srcId="{A5B586F7-DC4A-458F-9CF1-0EFBB6BB9AA9}" destId="{21277914-D672-464D-9019-6EAC537D58AC}" srcOrd="3" destOrd="0" presId="urn:microsoft.com/office/officeart/2018/5/layout/IconCircleLabelList"/>
    <dgm:cxn modelId="{E1B1E944-A5DA-4306-8881-24C736411F28}" type="presParOf" srcId="{3F897B55-1654-4F07-B8E1-E6BD6DF66EB8}" destId="{47DE2C6A-8B61-4A3F-BDAC-86EADE01A7B9}" srcOrd="3" destOrd="0" presId="urn:microsoft.com/office/officeart/2018/5/layout/IconCircleLabelList"/>
    <dgm:cxn modelId="{61C56CFE-7096-48D7-80FC-397974ECAE3D}" type="presParOf" srcId="{3F897B55-1654-4F07-B8E1-E6BD6DF66EB8}" destId="{F7A74448-5E5A-4383-8D1B-C6282D40EC22}" srcOrd="4" destOrd="0" presId="urn:microsoft.com/office/officeart/2018/5/layout/IconCircleLabelList"/>
    <dgm:cxn modelId="{6C919B75-4280-4561-A8CA-A2928FBB00CB}" type="presParOf" srcId="{F7A74448-5E5A-4383-8D1B-C6282D40EC22}" destId="{CB4ABA20-782D-4492-A419-633EDEAFD1A2}" srcOrd="0" destOrd="0" presId="urn:microsoft.com/office/officeart/2018/5/layout/IconCircleLabelList"/>
    <dgm:cxn modelId="{4B8BC777-DBD3-428B-B4E8-6B1DC7205C6E}" type="presParOf" srcId="{F7A74448-5E5A-4383-8D1B-C6282D40EC22}" destId="{E686253E-CFFC-4D95-B896-C7896ECB4CD9}" srcOrd="1" destOrd="0" presId="urn:microsoft.com/office/officeart/2018/5/layout/IconCircleLabelList"/>
    <dgm:cxn modelId="{D07B84A6-4EF7-40B3-817C-9BB2A24382F9}" type="presParOf" srcId="{F7A74448-5E5A-4383-8D1B-C6282D40EC22}" destId="{2137F32C-6ECB-47F2-A04C-319FCBB1949B}" srcOrd="2" destOrd="0" presId="urn:microsoft.com/office/officeart/2018/5/layout/IconCircleLabelList"/>
    <dgm:cxn modelId="{957F332D-2E9D-4394-B676-A9442D615F3E}" type="presParOf" srcId="{F7A74448-5E5A-4383-8D1B-C6282D40EC22}" destId="{0439A64C-75E5-4277-AB7B-37F65A46F9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B8ED49-5DFA-413A-9789-F6AEF581EE35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AA867FF-BB2F-41F9-BD5B-0DDEB1A5C0DF}">
      <dgm:prSet/>
      <dgm:spPr/>
      <dgm:t>
        <a:bodyPr/>
        <a:lstStyle/>
        <a:p>
          <a:r>
            <a:rPr lang="en-US" dirty="0"/>
            <a:t>This involves </a:t>
          </a:r>
          <a:r>
            <a:rPr lang="en-US" dirty="0">
              <a:solidFill>
                <a:srgbClr val="00B050"/>
              </a:solidFill>
            </a:rPr>
            <a:t>writing code to automate</a:t>
          </a:r>
          <a:r>
            <a:rPr lang="en-US" dirty="0"/>
            <a:t> specific tasks or workflows mimicking anything that is more or less a human </a:t>
          </a:r>
          <a:r>
            <a:rPr lang="en-US" dirty="0">
              <a:latin typeface="Posterama"/>
            </a:rPr>
            <a:t>behavior</a:t>
          </a:r>
          <a:r>
            <a:rPr lang="en-US" dirty="0"/>
            <a:t>.</a:t>
          </a:r>
        </a:p>
      </dgm:t>
    </dgm:pt>
    <dgm:pt modelId="{AE26FAC7-4693-4928-AA6E-221075AD6154}" type="parTrans" cxnId="{A5EB61F7-0F5F-4DCF-923E-38E4F7EA1F2F}">
      <dgm:prSet/>
      <dgm:spPr/>
      <dgm:t>
        <a:bodyPr/>
        <a:lstStyle/>
        <a:p>
          <a:endParaRPr lang="en-US"/>
        </a:p>
      </dgm:t>
    </dgm:pt>
    <dgm:pt modelId="{7B0521AD-79CD-4828-A041-A3595D4CF2A4}" type="sibTrans" cxnId="{A5EB61F7-0F5F-4DCF-923E-38E4F7EA1F2F}">
      <dgm:prSet/>
      <dgm:spPr/>
      <dgm:t>
        <a:bodyPr/>
        <a:lstStyle/>
        <a:p>
          <a:endParaRPr lang="en-US"/>
        </a:p>
      </dgm:t>
    </dgm:pt>
    <dgm:pt modelId="{FE747EBA-5935-4C58-B1E3-5CF917145AC6}">
      <dgm:prSet/>
      <dgm:spPr/>
      <dgm:t>
        <a:bodyPr/>
        <a:lstStyle/>
        <a:p>
          <a:r>
            <a:rPr lang="en-US" dirty="0"/>
            <a:t>We can use any language but the generally used one is Python</a:t>
          </a:r>
        </a:p>
      </dgm:t>
    </dgm:pt>
    <dgm:pt modelId="{E735BA0C-9287-46E1-845A-3D0A8271B167}" type="parTrans" cxnId="{091B6BFC-3616-4523-809A-D4ABD0D0AE20}">
      <dgm:prSet/>
      <dgm:spPr/>
      <dgm:t>
        <a:bodyPr/>
        <a:lstStyle/>
        <a:p>
          <a:endParaRPr lang="en-US"/>
        </a:p>
      </dgm:t>
    </dgm:pt>
    <dgm:pt modelId="{F276BF3B-9BE6-45BF-9E11-E5C70A00F65F}" type="sibTrans" cxnId="{091B6BFC-3616-4523-809A-D4ABD0D0AE20}">
      <dgm:prSet/>
      <dgm:spPr/>
      <dgm:t>
        <a:bodyPr/>
        <a:lstStyle/>
        <a:p>
          <a:endParaRPr lang="en-US"/>
        </a:p>
      </dgm:t>
    </dgm:pt>
    <dgm:pt modelId="{ECE37BBB-AA48-4DCB-8A76-5D77629474DF}">
      <dgm:prSet/>
      <dgm:spPr/>
      <dgm:t>
        <a:bodyPr/>
        <a:lstStyle/>
        <a:p>
          <a:r>
            <a:rPr lang="en-US" dirty="0"/>
            <a:t>So when using Python we can get some libraries that enable you to do tasks like web scraping such as scrapy, selenium, etc.</a:t>
          </a:r>
        </a:p>
      </dgm:t>
    </dgm:pt>
    <dgm:pt modelId="{7FE8718D-9513-4DDC-B8F8-52D471EADC18}" type="parTrans" cxnId="{5BADFED4-3D99-49F3-A09A-6E51E09C36FA}">
      <dgm:prSet/>
      <dgm:spPr/>
      <dgm:t>
        <a:bodyPr/>
        <a:lstStyle/>
        <a:p>
          <a:endParaRPr lang="en-US"/>
        </a:p>
      </dgm:t>
    </dgm:pt>
    <dgm:pt modelId="{7F53D255-1347-4D59-93E3-2FDCEF9FE507}" type="sibTrans" cxnId="{5BADFED4-3D99-49F3-A09A-6E51E09C36FA}">
      <dgm:prSet/>
      <dgm:spPr/>
      <dgm:t>
        <a:bodyPr/>
        <a:lstStyle/>
        <a:p>
          <a:endParaRPr lang="en-US"/>
        </a:p>
      </dgm:t>
    </dgm:pt>
    <dgm:pt modelId="{0D16587A-6F19-4279-9C7A-019FEB679ED4}">
      <dgm:prSet/>
      <dgm:spPr/>
      <dgm:t>
        <a:bodyPr/>
        <a:lstStyle/>
        <a:p>
          <a:r>
            <a:rPr lang="en-US" dirty="0"/>
            <a:t>One use case of this is what we are currently working on in Thola</a:t>
          </a:r>
          <a:r>
            <a:rPr lang="en-US" dirty="0">
              <a:latin typeface="Posterama"/>
            </a:rPr>
            <a:t>.</a:t>
          </a:r>
          <a:endParaRPr lang="en-US" dirty="0"/>
        </a:p>
      </dgm:t>
    </dgm:pt>
    <dgm:pt modelId="{76708BFA-9913-4A01-B093-8DCFDF642089}" type="parTrans" cxnId="{CBF7CEC7-6AD1-4154-940F-9AD2D59909C1}">
      <dgm:prSet/>
      <dgm:spPr/>
      <dgm:t>
        <a:bodyPr/>
        <a:lstStyle/>
        <a:p>
          <a:endParaRPr lang="en-US"/>
        </a:p>
      </dgm:t>
    </dgm:pt>
    <dgm:pt modelId="{79D568C0-F469-44F2-8C4E-382E415C67C4}" type="sibTrans" cxnId="{CBF7CEC7-6AD1-4154-940F-9AD2D59909C1}">
      <dgm:prSet/>
      <dgm:spPr/>
      <dgm:t>
        <a:bodyPr/>
        <a:lstStyle/>
        <a:p>
          <a:endParaRPr lang="en-US"/>
        </a:p>
      </dgm:t>
    </dgm:pt>
    <dgm:pt modelId="{EC19AD98-290E-4145-986F-326CD0E0B466}" type="pres">
      <dgm:prSet presAssocID="{71B8ED49-5DFA-413A-9789-F6AEF581EE35}" presName="vert0" presStyleCnt="0">
        <dgm:presLayoutVars>
          <dgm:dir/>
          <dgm:animOne val="branch"/>
          <dgm:animLvl val="lvl"/>
        </dgm:presLayoutVars>
      </dgm:prSet>
      <dgm:spPr/>
    </dgm:pt>
    <dgm:pt modelId="{23917F79-065F-41DA-8E71-636D4016E688}" type="pres">
      <dgm:prSet presAssocID="{BAA867FF-BB2F-41F9-BD5B-0DDEB1A5C0DF}" presName="thickLine" presStyleLbl="alignNode1" presStyleIdx="0" presStyleCnt="4"/>
      <dgm:spPr/>
    </dgm:pt>
    <dgm:pt modelId="{7D1B552F-3E6A-44F3-B631-795306E4DB0E}" type="pres">
      <dgm:prSet presAssocID="{BAA867FF-BB2F-41F9-BD5B-0DDEB1A5C0DF}" presName="horz1" presStyleCnt="0"/>
      <dgm:spPr/>
    </dgm:pt>
    <dgm:pt modelId="{45203202-4841-47BB-A9F9-3BB398098A66}" type="pres">
      <dgm:prSet presAssocID="{BAA867FF-BB2F-41F9-BD5B-0DDEB1A5C0DF}" presName="tx1" presStyleLbl="revTx" presStyleIdx="0" presStyleCnt="4"/>
      <dgm:spPr/>
    </dgm:pt>
    <dgm:pt modelId="{3B82576C-E21E-49FD-8B6E-99DF17E197AE}" type="pres">
      <dgm:prSet presAssocID="{BAA867FF-BB2F-41F9-BD5B-0DDEB1A5C0DF}" presName="vert1" presStyleCnt="0"/>
      <dgm:spPr/>
    </dgm:pt>
    <dgm:pt modelId="{EB6F2096-359A-4D36-9E71-22E5558B4B26}" type="pres">
      <dgm:prSet presAssocID="{FE747EBA-5935-4C58-B1E3-5CF917145AC6}" presName="thickLine" presStyleLbl="alignNode1" presStyleIdx="1" presStyleCnt="4"/>
      <dgm:spPr/>
    </dgm:pt>
    <dgm:pt modelId="{4E144F90-1949-4245-AF2E-C869E214A398}" type="pres">
      <dgm:prSet presAssocID="{FE747EBA-5935-4C58-B1E3-5CF917145AC6}" presName="horz1" presStyleCnt="0"/>
      <dgm:spPr/>
    </dgm:pt>
    <dgm:pt modelId="{3A0F76BE-25DB-4746-8EDA-C81C3DB72577}" type="pres">
      <dgm:prSet presAssocID="{FE747EBA-5935-4C58-B1E3-5CF917145AC6}" presName="tx1" presStyleLbl="revTx" presStyleIdx="1" presStyleCnt="4"/>
      <dgm:spPr/>
    </dgm:pt>
    <dgm:pt modelId="{794C9259-2E4D-4240-9001-587D50F62BB8}" type="pres">
      <dgm:prSet presAssocID="{FE747EBA-5935-4C58-B1E3-5CF917145AC6}" presName="vert1" presStyleCnt="0"/>
      <dgm:spPr/>
    </dgm:pt>
    <dgm:pt modelId="{0604DFA5-EFB9-49D7-88F2-A8DE81EFD72D}" type="pres">
      <dgm:prSet presAssocID="{ECE37BBB-AA48-4DCB-8A76-5D77629474DF}" presName="thickLine" presStyleLbl="alignNode1" presStyleIdx="2" presStyleCnt="4"/>
      <dgm:spPr/>
    </dgm:pt>
    <dgm:pt modelId="{D5BF5193-C4D9-4AE7-B825-926E8C447723}" type="pres">
      <dgm:prSet presAssocID="{ECE37BBB-AA48-4DCB-8A76-5D77629474DF}" presName="horz1" presStyleCnt="0"/>
      <dgm:spPr/>
    </dgm:pt>
    <dgm:pt modelId="{4D033A99-2F1D-4B25-AF9B-FB40FAFAAFAD}" type="pres">
      <dgm:prSet presAssocID="{ECE37BBB-AA48-4DCB-8A76-5D77629474DF}" presName="tx1" presStyleLbl="revTx" presStyleIdx="2" presStyleCnt="4"/>
      <dgm:spPr/>
    </dgm:pt>
    <dgm:pt modelId="{6CFD42F2-C444-4D07-BD35-42395D0B320F}" type="pres">
      <dgm:prSet presAssocID="{ECE37BBB-AA48-4DCB-8A76-5D77629474DF}" presName="vert1" presStyleCnt="0"/>
      <dgm:spPr/>
    </dgm:pt>
    <dgm:pt modelId="{8EA9E806-3308-4B0A-A076-771BB97BBD1C}" type="pres">
      <dgm:prSet presAssocID="{0D16587A-6F19-4279-9C7A-019FEB679ED4}" presName="thickLine" presStyleLbl="alignNode1" presStyleIdx="3" presStyleCnt="4"/>
      <dgm:spPr/>
    </dgm:pt>
    <dgm:pt modelId="{D0CE9ECA-48FF-40CF-A0EB-68B1359FB3CD}" type="pres">
      <dgm:prSet presAssocID="{0D16587A-6F19-4279-9C7A-019FEB679ED4}" presName="horz1" presStyleCnt="0"/>
      <dgm:spPr/>
    </dgm:pt>
    <dgm:pt modelId="{59B338E5-65E6-49A8-BFEF-7AB064AAE7C0}" type="pres">
      <dgm:prSet presAssocID="{0D16587A-6F19-4279-9C7A-019FEB679ED4}" presName="tx1" presStyleLbl="revTx" presStyleIdx="3" presStyleCnt="4"/>
      <dgm:spPr/>
    </dgm:pt>
    <dgm:pt modelId="{3D0FAE2A-C80F-4953-8BBA-E258AB12893D}" type="pres">
      <dgm:prSet presAssocID="{0D16587A-6F19-4279-9C7A-019FEB679ED4}" presName="vert1" presStyleCnt="0"/>
      <dgm:spPr/>
    </dgm:pt>
  </dgm:ptLst>
  <dgm:cxnLst>
    <dgm:cxn modelId="{111D3862-266A-497E-95BC-86C04C6BC47A}" type="presOf" srcId="{71B8ED49-5DFA-413A-9789-F6AEF581EE35}" destId="{EC19AD98-290E-4145-986F-326CD0E0B466}" srcOrd="0" destOrd="0" presId="urn:microsoft.com/office/officeart/2008/layout/LinedList"/>
    <dgm:cxn modelId="{368A1064-0762-4D3B-9772-2486BB16CB84}" type="presOf" srcId="{FE747EBA-5935-4C58-B1E3-5CF917145AC6}" destId="{3A0F76BE-25DB-4746-8EDA-C81C3DB72577}" srcOrd="0" destOrd="0" presId="urn:microsoft.com/office/officeart/2008/layout/LinedList"/>
    <dgm:cxn modelId="{9688FC74-FD63-426F-BF0A-C5016AA90D2C}" type="presOf" srcId="{ECE37BBB-AA48-4DCB-8A76-5D77629474DF}" destId="{4D033A99-2F1D-4B25-AF9B-FB40FAFAAFAD}" srcOrd="0" destOrd="0" presId="urn:microsoft.com/office/officeart/2008/layout/LinedList"/>
    <dgm:cxn modelId="{03BEEAAB-1B83-49FF-ABAD-3EE10DA84A0B}" type="presOf" srcId="{0D16587A-6F19-4279-9C7A-019FEB679ED4}" destId="{59B338E5-65E6-49A8-BFEF-7AB064AAE7C0}" srcOrd="0" destOrd="0" presId="urn:microsoft.com/office/officeart/2008/layout/LinedList"/>
    <dgm:cxn modelId="{DEDC4CBA-DA05-42D4-BC60-B540F2B383DC}" type="presOf" srcId="{BAA867FF-BB2F-41F9-BD5B-0DDEB1A5C0DF}" destId="{45203202-4841-47BB-A9F9-3BB398098A66}" srcOrd="0" destOrd="0" presId="urn:microsoft.com/office/officeart/2008/layout/LinedList"/>
    <dgm:cxn modelId="{CBF7CEC7-6AD1-4154-940F-9AD2D59909C1}" srcId="{71B8ED49-5DFA-413A-9789-F6AEF581EE35}" destId="{0D16587A-6F19-4279-9C7A-019FEB679ED4}" srcOrd="3" destOrd="0" parTransId="{76708BFA-9913-4A01-B093-8DCFDF642089}" sibTransId="{79D568C0-F469-44F2-8C4E-382E415C67C4}"/>
    <dgm:cxn modelId="{5BADFED4-3D99-49F3-A09A-6E51E09C36FA}" srcId="{71B8ED49-5DFA-413A-9789-F6AEF581EE35}" destId="{ECE37BBB-AA48-4DCB-8A76-5D77629474DF}" srcOrd="2" destOrd="0" parTransId="{7FE8718D-9513-4DDC-B8F8-52D471EADC18}" sibTransId="{7F53D255-1347-4D59-93E3-2FDCEF9FE507}"/>
    <dgm:cxn modelId="{A5EB61F7-0F5F-4DCF-923E-38E4F7EA1F2F}" srcId="{71B8ED49-5DFA-413A-9789-F6AEF581EE35}" destId="{BAA867FF-BB2F-41F9-BD5B-0DDEB1A5C0DF}" srcOrd="0" destOrd="0" parTransId="{AE26FAC7-4693-4928-AA6E-221075AD6154}" sibTransId="{7B0521AD-79CD-4828-A041-A3595D4CF2A4}"/>
    <dgm:cxn modelId="{091B6BFC-3616-4523-809A-D4ABD0D0AE20}" srcId="{71B8ED49-5DFA-413A-9789-F6AEF581EE35}" destId="{FE747EBA-5935-4C58-B1E3-5CF917145AC6}" srcOrd="1" destOrd="0" parTransId="{E735BA0C-9287-46E1-845A-3D0A8271B167}" sibTransId="{F276BF3B-9BE6-45BF-9E11-E5C70A00F65F}"/>
    <dgm:cxn modelId="{DD31E209-E1FC-478F-9D5F-FA4904CFE5B5}" type="presParOf" srcId="{EC19AD98-290E-4145-986F-326CD0E0B466}" destId="{23917F79-065F-41DA-8E71-636D4016E688}" srcOrd="0" destOrd="0" presId="urn:microsoft.com/office/officeart/2008/layout/LinedList"/>
    <dgm:cxn modelId="{C6A6D18F-3903-4333-B0D7-694362E58CF4}" type="presParOf" srcId="{EC19AD98-290E-4145-986F-326CD0E0B466}" destId="{7D1B552F-3E6A-44F3-B631-795306E4DB0E}" srcOrd="1" destOrd="0" presId="urn:microsoft.com/office/officeart/2008/layout/LinedList"/>
    <dgm:cxn modelId="{A89EBCEC-408F-4E28-BC39-1984409B94B9}" type="presParOf" srcId="{7D1B552F-3E6A-44F3-B631-795306E4DB0E}" destId="{45203202-4841-47BB-A9F9-3BB398098A66}" srcOrd="0" destOrd="0" presId="urn:microsoft.com/office/officeart/2008/layout/LinedList"/>
    <dgm:cxn modelId="{8A44A406-05B8-4A1C-900F-C53127C05D60}" type="presParOf" srcId="{7D1B552F-3E6A-44F3-B631-795306E4DB0E}" destId="{3B82576C-E21E-49FD-8B6E-99DF17E197AE}" srcOrd="1" destOrd="0" presId="urn:microsoft.com/office/officeart/2008/layout/LinedList"/>
    <dgm:cxn modelId="{ABC4F86E-752A-425A-A9DD-285D8586CA02}" type="presParOf" srcId="{EC19AD98-290E-4145-986F-326CD0E0B466}" destId="{EB6F2096-359A-4D36-9E71-22E5558B4B26}" srcOrd="2" destOrd="0" presId="urn:microsoft.com/office/officeart/2008/layout/LinedList"/>
    <dgm:cxn modelId="{9FFB5AB4-9510-4A27-B9EE-B2FDE1C17959}" type="presParOf" srcId="{EC19AD98-290E-4145-986F-326CD0E0B466}" destId="{4E144F90-1949-4245-AF2E-C869E214A398}" srcOrd="3" destOrd="0" presId="urn:microsoft.com/office/officeart/2008/layout/LinedList"/>
    <dgm:cxn modelId="{5BC29C6C-AD84-4AA5-8C1C-E3D8BEBD8C20}" type="presParOf" srcId="{4E144F90-1949-4245-AF2E-C869E214A398}" destId="{3A0F76BE-25DB-4746-8EDA-C81C3DB72577}" srcOrd="0" destOrd="0" presId="urn:microsoft.com/office/officeart/2008/layout/LinedList"/>
    <dgm:cxn modelId="{E207121E-EB72-4CB8-9148-93640386F458}" type="presParOf" srcId="{4E144F90-1949-4245-AF2E-C869E214A398}" destId="{794C9259-2E4D-4240-9001-587D50F62BB8}" srcOrd="1" destOrd="0" presId="urn:microsoft.com/office/officeart/2008/layout/LinedList"/>
    <dgm:cxn modelId="{30C4D29E-26CE-42A1-81EE-97B6F554BB3E}" type="presParOf" srcId="{EC19AD98-290E-4145-986F-326CD0E0B466}" destId="{0604DFA5-EFB9-49D7-88F2-A8DE81EFD72D}" srcOrd="4" destOrd="0" presId="urn:microsoft.com/office/officeart/2008/layout/LinedList"/>
    <dgm:cxn modelId="{288C18B4-DAC7-4506-AD6E-5439347BEFDF}" type="presParOf" srcId="{EC19AD98-290E-4145-986F-326CD0E0B466}" destId="{D5BF5193-C4D9-4AE7-B825-926E8C447723}" srcOrd="5" destOrd="0" presId="urn:microsoft.com/office/officeart/2008/layout/LinedList"/>
    <dgm:cxn modelId="{AAC582C5-51F7-483E-A9B2-98328C5026C2}" type="presParOf" srcId="{D5BF5193-C4D9-4AE7-B825-926E8C447723}" destId="{4D033A99-2F1D-4B25-AF9B-FB40FAFAAFAD}" srcOrd="0" destOrd="0" presId="urn:microsoft.com/office/officeart/2008/layout/LinedList"/>
    <dgm:cxn modelId="{8C1C853A-9F51-4D90-9C0D-376EB1D65ED9}" type="presParOf" srcId="{D5BF5193-C4D9-4AE7-B825-926E8C447723}" destId="{6CFD42F2-C444-4D07-BD35-42395D0B320F}" srcOrd="1" destOrd="0" presId="urn:microsoft.com/office/officeart/2008/layout/LinedList"/>
    <dgm:cxn modelId="{33E9116A-1AA5-4F39-A283-5A09C4BF427F}" type="presParOf" srcId="{EC19AD98-290E-4145-986F-326CD0E0B466}" destId="{8EA9E806-3308-4B0A-A076-771BB97BBD1C}" srcOrd="6" destOrd="0" presId="urn:microsoft.com/office/officeart/2008/layout/LinedList"/>
    <dgm:cxn modelId="{D1476904-4810-4199-8751-B2400D1BD1F1}" type="presParOf" srcId="{EC19AD98-290E-4145-986F-326CD0E0B466}" destId="{D0CE9ECA-48FF-40CF-A0EB-68B1359FB3CD}" srcOrd="7" destOrd="0" presId="urn:microsoft.com/office/officeart/2008/layout/LinedList"/>
    <dgm:cxn modelId="{FB5F6104-915B-493C-AD48-68F02F39A9DB}" type="presParOf" srcId="{D0CE9ECA-48FF-40CF-A0EB-68B1359FB3CD}" destId="{59B338E5-65E6-49A8-BFEF-7AB064AAE7C0}" srcOrd="0" destOrd="0" presId="urn:microsoft.com/office/officeart/2008/layout/LinedList"/>
    <dgm:cxn modelId="{AE933997-CE8A-497E-BF4F-4A421F5D3835}" type="presParOf" srcId="{D0CE9ECA-48FF-40CF-A0EB-68B1359FB3CD}" destId="{3D0FAE2A-C80F-4953-8BBA-E258AB1289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B3F3A1-B52E-486B-848F-D83E20606D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409EA6-C9F1-4152-8AA3-7C925B3A5250}">
      <dgm:prSet/>
      <dgm:spPr/>
      <dgm:t>
        <a:bodyPr/>
        <a:lstStyle/>
        <a:p>
          <a:pPr rtl="0"/>
          <a:r>
            <a:rPr lang="en-US" dirty="0"/>
            <a:t>RPA </a:t>
          </a:r>
          <a:r>
            <a:rPr lang="en-US" dirty="0">
              <a:solidFill>
                <a:srgbClr val="C00000"/>
              </a:solidFill>
            </a:rPr>
            <a:t>uses software robots</a:t>
          </a:r>
          <a:r>
            <a:rPr lang="en-US" dirty="0"/>
            <a:t> to mimic human actions and automate rule-based tasks across various applications and systems.</a:t>
          </a:r>
          <a:r>
            <a:rPr lang="en-US" dirty="0">
              <a:latin typeface="Posterama"/>
            </a:rPr>
            <a:t> </a:t>
          </a:r>
          <a:r>
            <a:rPr lang="en-US" dirty="0">
              <a:solidFill>
                <a:srgbClr val="00B050"/>
              </a:solidFill>
              <a:latin typeface="Posterama"/>
            </a:rPr>
            <a:t>UiPath</a:t>
          </a:r>
          <a:endParaRPr lang="en-US" dirty="0">
            <a:solidFill>
              <a:srgbClr val="00B050"/>
            </a:solidFill>
          </a:endParaRPr>
        </a:p>
      </dgm:t>
    </dgm:pt>
    <dgm:pt modelId="{935F106A-F092-4346-A241-3F9FB4CBF7A5}" type="parTrans" cxnId="{EAE1C3A8-B62D-4FAD-A2F0-6520179E95A9}">
      <dgm:prSet/>
      <dgm:spPr/>
      <dgm:t>
        <a:bodyPr/>
        <a:lstStyle/>
        <a:p>
          <a:endParaRPr lang="en-US"/>
        </a:p>
      </dgm:t>
    </dgm:pt>
    <dgm:pt modelId="{DE8D2812-5061-40F8-864B-551F63D12FBD}" type="sibTrans" cxnId="{EAE1C3A8-B62D-4FAD-A2F0-6520179E95A9}">
      <dgm:prSet/>
      <dgm:spPr/>
      <dgm:t>
        <a:bodyPr/>
        <a:lstStyle/>
        <a:p>
          <a:endParaRPr lang="en-US"/>
        </a:p>
      </dgm:t>
    </dgm:pt>
    <dgm:pt modelId="{709BB551-90FE-47FE-BDE6-960B678A9514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Rule-based </a:t>
          </a:r>
          <a:r>
            <a:rPr lang="en-US" dirty="0"/>
            <a:t>Automations.</a:t>
          </a:r>
        </a:p>
      </dgm:t>
    </dgm:pt>
    <dgm:pt modelId="{921444B5-382C-427D-AAA7-6A9293723AB3}" type="parTrans" cxnId="{CC18D16B-478D-42DA-84A1-28CDA76575F1}">
      <dgm:prSet/>
      <dgm:spPr/>
      <dgm:t>
        <a:bodyPr/>
        <a:lstStyle/>
        <a:p>
          <a:endParaRPr lang="en-US"/>
        </a:p>
      </dgm:t>
    </dgm:pt>
    <dgm:pt modelId="{E97CD1F2-F027-4102-B3E9-34189A9BA783}" type="sibTrans" cxnId="{CC18D16B-478D-42DA-84A1-28CDA76575F1}">
      <dgm:prSet/>
      <dgm:spPr/>
      <dgm:t>
        <a:bodyPr/>
        <a:lstStyle/>
        <a:p>
          <a:endParaRPr lang="en-US"/>
        </a:p>
      </dgm:t>
    </dgm:pt>
    <dgm:pt modelId="{F48D503D-C3F4-473F-9502-6BC8E1172F11}">
      <dgm:prSet/>
      <dgm:spPr/>
      <dgm:t>
        <a:bodyPr/>
        <a:lstStyle/>
        <a:p>
          <a:r>
            <a:rPr lang="en-US" dirty="0"/>
            <a:t>Examples are.</a:t>
          </a:r>
        </a:p>
      </dgm:t>
    </dgm:pt>
    <dgm:pt modelId="{7B8C217C-0F2E-407A-8D96-25BAF044EA80}" type="parTrans" cxnId="{3D50D2C9-C16A-4B4E-954D-3070D1D714F7}">
      <dgm:prSet/>
      <dgm:spPr/>
      <dgm:t>
        <a:bodyPr/>
        <a:lstStyle/>
        <a:p>
          <a:endParaRPr lang="en-US"/>
        </a:p>
      </dgm:t>
    </dgm:pt>
    <dgm:pt modelId="{55CCA0F1-50F9-4594-AE80-295AE2D015C9}" type="sibTrans" cxnId="{3D50D2C9-C16A-4B4E-954D-3070D1D714F7}">
      <dgm:prSet/>
      <dgm:spPr/>
      <dgm:t>
        <a:bodyPr/>
        <a:lstStyle/>
        <a:p>
          <a:endParaRPr lang="en-US"/>
        </a:p>
      </dgm:t>
    </dgm:pt>
    <dgm:pt modelId="{1C78F49F-C1EA-486D-8C4E-62B766B60F41}">
      <dgm:prSet/>
      <dgm:spPr/>
      <dgm:t>
        <a:bodyPr/>
        <a:lstStyle/>
        <a:p>
          <a:r>
            <a:rPr lang="en-US" dirty="0"/>
            <a:t>Processing invoices and spreadsheets while handling accounts payables in a financial setting</a:t>
          </a:r>
        </a:p>
      </dgm:t>
    </dgm:pt>
    <dgm:pt modelId="{02E8CA50-A7F5-42CA-8305-49166FCFB7C9}" type="parTrans" cxnId="{AFC8D553-9570-48B6-8707-247BE3B2E632}">
      <dgm:prSet/>
      <dgm:spPr/>
      <dgm:t>
        <a:bodyPr/>
        <a:lstStyle/>
        <a:p>
          <a:endParaRPr lang="en-US"/>
        </a:p>
      </dgm:t>
    </dgm:pt>
    <dgm:pt modelId="{005DE85E-C990-4BA7-9BEB-82033E90338D}" type="sibTrans" cxnId="{AFC8D553-9570-48B6-8707-247BE3B2E632}">
      <dgm:prSet/>
      <dgm:spPr/>
      <dgm:t>
        <a:bodyPr/>
        <a:lstStyle/>
        <a:p>
          <a:endParaRPr lang="en-US"/>
        </a:p>
      </dgm:t>
    </dgm:pt>
    <dgm:pt modelId="{6D9AA640-C902-4C1E-B752-F11AEE630C82}">
      <dgm:prSet/>
      <dgm:spPr/>
      <dgm:t>
        <a:bodyPr/>
        <a:lstStyle/>
        <a:p>
          <a:r>
            <a:rPr lang="en-US" dirty="0"/>
            <a:t>Extracting and processing data from emails and documents</a:t>
          </a:r>
        </a:p>
      </dgm:t>
    </dgm:pt>
    <dgm:pt modelId="{0BC4A467-A062-4601-B2AB-C0BCAA3099AC}" type="parTrans" cxnId="{8272A611-ED94-4497-B49E-0BA5549A7ADA}">
      <dgm:prSet/>
      <dgm:spPr/>
      <dgm:t>
        <a:bodyPr/>
        <a:lstStyle/>
        <a:p>
          <a:endParaRPr lang="en-US"/>
        </a:p>
      </dgm:t>
    </dgm:pt>
    <dgm:pt modelId="{AA564B8A-CF46-49B9-804E-CDC2A65B65B4}" type="sibTrans" cxnId="{8272A611-ED94-4497-B49E-0BA5549A7ADA}">
      <dgm:prSet/>
      <dgm:spPr/>
      <dgm:t>
        <a:bodyPr/>
        <a:lstStyle/>
        <a:p>
          <a:endParaRPr lang="en-US"/>
        </a:p>
      </dgm:t>
    </dgm:pt>
    <dgm:pt modelId="{D3AB4AAF-5AED-492B-8012-BE839238C19D}" type="pres">
      <dgm:prSet presAssocID="{A8B3F3A1-B52E-486B-848F-D83E20606D8A}" presName="root" presStyleCnt="0">
        <dgm:presLayoutVars>
          <dgm:dir/>
          <dgm:resizeHandles val="exact"/>
        </dgm:presLayoutVars>
      </dgm:prSet>
      <dgm:spPr/>
    </dgm:pt>
    <dgm:pt modelId="{DAA58DB9-7F52-4725-AD6B-F683463D1E4F}" type="pres">
      <dgm:prSet presAssocID="{39409EA6-C9F1-4152-8AA3-7C925B3A5250}" presName="compNode" presStyleCnt="0"/>
      <dgm:spPr/>
    </dgm:pt>
    <dgm:pt modelId="{E333F36B-A595-4ADA-AE36-D49FA8338FEF}" type="pres">
      <dgm:prSet presAssocID="{39409EA6-C9F1-4152-8AA3-7C925B3A5250}" presName="bgRect" presStyleLbl="bgShp" presStyleIdx="0" presStyleCnt="3"/>
      <dgm:spPr/>
    </dgm:pt>
    <dgm:pt modelId="{5F804524-D706-4F6B-BC40-AA15F8258628}" type="pres">
      <dgm:prSet presAssocID="{39409EA6-C9F1-4152-8AA3-7C925B3A52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51620A3-079A-42C4-B1C8-12BB4D91EE34}" type="pres">
      <dgm:prSet presAssocID="{39409EA6-C9F1-4152-8AA3-7C925B3A5250}" presName="spaceRect" presStyleCnt="0"/>
      <dgm:spPr/>
    </dgm:pt>
    <dgm:pt modelId="{9C816E98-1413-4138-B6E5-D70587BDCA69}" type="pres">
      <dgm:prSet presAssocID="{39409EA6-C9F1-4152-8AA3-7C925B3A5250}" presName="parTx" presStyleLbl="revTx" presStyleIdx="0" presStyleCnt="4">
        <dgm:presLayoutVars>
          <dgm:chMax val="0"/>
          <dgm:chPref val="0"/>
        </dgm:presLayoutVars>
      </dgm:prSet>
      <dgm:spPr/>
    </dgm:pt>
    <dgm:pt modelId="{D144CF95-6FE9-4163-BBEA-D3488821CFE0}" type="pres">
      <dgm:prSet presAssocID="{DE8D2812-5061-40F8-864B-551F63D12FBD}" presName="sibTrans" presStyleCnt="0"/>
      <dgm:spPr/>
    </dgm:pt>
    <dgm:pt modelId="{960D50F4-7A0C-4DD7-8351-3BB74FD164F1}" type="pres">
      <dgm:prSet presAssocID="{709BB551-90FE-47FE-BDE6-960B678A9514}" presName="compNode" presStyleCnt="0"/>
      <dgm:spPr/>
    </dgm:pt>
    <dgm:pt modelId="{4009F6FD-7209-4369-9266-D8951771BC74}" type="pres">
      <dgm:prSet presAssocID="{709BB551-90FE-47FE-BDE6-960B678A9514}" presName="bgRect" presStyleLbl="bgShp" presStyleIdx="1" presStyleCnt="3"/>
      <dgm:spPr/>
    </dgm:pt>
    <dgm:pt modelId="{B63B08BD-923B-403D-B50D-EC4FD3DC9CF6}" type="pres">
      <dgm:prSet presAssocID="{709BB551-90FE-47FE-BDE6-960B678A95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9B06260-97A3-4DFF-A3EC-A579C5440281}" type="pres">
      <dgm:prSet presAssocID="{709BB551-90FE-47FE-BDE6-960B678A9514}" presName="spaceRect" presStyleCnt="0"/>
      <dgm:spPr/>
    </dgm:pt>
    <dgm:pt modelId="{7113B10F-6AA6-4412-B99B-31F7B8B338C3}" type="pres">
      <dgm:prSet presAssocID="{709BB551-90FE-47FE-BDE6-960B678A9514}" presName="parTx" presStyleLbl="revTx" presStyleIdx="1" presStyleCnt="4">
        <dgm:presLayoutVars>
          <dgm:chMax val="0"/>
          <dgm:chPref val="0"/>
        </dgm:presLayoutVars>
      </dgm:prSet>
      <dgm:spPr/>
    </dgm:pt>
    <dgm:pt modelId="{A6206FA3-E406-4928-B194-DC1F1A916678}" type="pres">
      <dgm:prSet presAssocID="{E97CD1F2-F027-4102-B3E9-34189A9BA783}" presName="sibTrans" presStyleCnt="0"/>
      <dgm:spPr/>
    </dgm:pt>
    <dgm:pt modelId="{3D7BEC2C-0949-42C6-B0D1-1984B692DD76}" type="pres">
      <dgm:prSet presAssocID="{F48D503D-C3F4-473F-9502-6BC8E1172F11}" presName="compNode" presStyleCnt="0"/>
      <dgm:spPr/>
    </dgm:pt>
    <dgm:pt modelId="{22277FB0-9D03-405F-B70F-557A183F3A7A}" type="pres">
      <dgm:prSet presAssocID="{F48D503D-C3F4-473F-9502-6BC8E1172F11}" presName="bgRect" presStyleLbl="bgShp" presStyleIdx="2" presStyleCnt="3"/>
      <dgm:spPr/>
    </dgm:pt>
    <dgm:pt modelId="{D7621465-7783-4669-84DE-6DF2DFEAF263}" type="pres">
      <dgm:prSet presAssocID="{F48D503D-C3F4-473F-9502-6BC8E1172F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3972970-7119-4D57-B838-3444E551F48D}" type="pres">
      <dgm:prSet presAssocID="{F48D503D-C3F4-473F-9502-6BC8E1172F11}" presName="spaceRect" presStyleCnt="0"/>
      <dgm:spPr/>
    </dgm:pt>
    <dgm:pt modelId="{646A5E7C-415C-43D7-B635-EE6B97D684F4}" type="pres">
      <dgm:prSet presAssocID="{F48D503D-C3F4-473F-9502-6BC8E1172F11}" presName="parTx" presStyleLbl="revTx" presStyleIdx="2" presStyleCnt="4">
        <dgm:presLayoutVars>
          <dgm:chMax val="0"/>
          <dgm:chPref val="0"/>
        </dgm:presLayoutVars>
      </dgm:prSet>
      <dgm:spPr/>
    </dgm:pt>
    <dgm:pt modelId="{395DDA7C-54E5-48BE-B128-CE23DD436310}" type="pres">
      <dgm:prSet presAssocID="{F48D503D-C3F4-473F-9502-6BC8E1172F11}" presName="desTx" presStyleLbl="revTx" presStyleIdx="3" presStyleCnt="4">
        <dgm:presLayoutVars/>
      </dgm:prSet>
      <dgm:spPr/>
    </dgm:pt>
  </dgm:ptLst>
  <dgm:cxnLst>
    <dgm:cxn modelId="{8272A611-ED94-4497-B49E-0BA5549A7ADA}" srcId="{F48D503D-C3F4-473F-9502-6BC8E1172F11}" destId="{6D9AA640-C902-4C1E-B752-F11AEE630C82}" srcOrd="1" destOrd="0" parTransId="{0BC4A467-A062-4601-B2AB-C0BCAA3099AC}" sibTransId="{AA564B8A-CF46-49B9-804E-CDC2A65B65B4}"/>
    <dgm:cxn modelId="{93956561-898B-4565-8FD9-C74130EACFCA}" type="presOf" srcId="{1C78F49F-C1EA-486D-8C4E-62B766B60F41}" destId="{395DDA7C-54E5-48BE-B128-CE23DD436310}" srcOrd="0" destOrd="0" presId="urn:microsoft.com/office/officeart/2018/2/layout/IconVerticalSolidList"/>
    <dgm:cxn modelId="{CC18D16B-478D-42DA-84A1-28CDA76575F1}" srcId="{A8B3F3A1-B52E-486B-848F-D83E20606D8A}" destId="{709BB551-90FE-47FE-BDE6-960B678A9514}" srcOrd="1" destOrd="0" parTransId="{921444B5-382C-427D-AAA7-6A9293723AB3}" sibTransId="{E97CD1F2-F027-4102-B3E9-34189A9BA783}"/>
    <dgm:cxn modelId="{AFC8D553-9570-48B6-8707-247BE3B2E632}" srcId="{F48D503D-C3F4-473F-9502-6BC8E1172F11}" destId="{1C78F49F-C1EA-486D-8C4E-62B766B60F41}" srcOrd="0" destOrd="0" parTransId="{02E8CA50-A7F5-42CA-8305-49166FCFB7C9}" sibTransId="{005DE85E-C990-4BA7-9BEB-82033E90338D}"/>
    <dgm:cxn modelId="{EB40BD82-52D3-4F42-9332-D707D6647ADF}" type="presOf" srcId="{F48D503D-C3F4-473F-9502-6BC8E1172F11}" destId="{646A5E7C-415C-43D7-B635-EE6B97D684F4}" srcOrd="0" destOrd="0" presId="urn:microsoft.com/office/officeart/2018/2/layout/IconVerticalSolidList"/>
    <dgm:cxn modelId="{61754686-5F91-4899-9D20-0B77E9710CDF}" type="presOf" srcId="{709BB551-90FE-47FE-BDE6-960B678A9514}" destId="{7113B10F-6AA6-4412-B99B-31F7B8B338C3}" srcOrd="0" destOrd="0" presId="urn:microsoft.com/office/officeart/2018/2/layout/IconVerticalSolidList"/>
    <dgm:cxn modelId="{5D305096-FA42-480C-AF26-F28F9C4618D0}" type="presOf" srcId="{A8B3F3A1-B52E-486B-848F-D83E20606D8A}" destId="{D3AB4AAF-5AED-492B-8012-BE839238C19D}" srcOrd="0" destOrd="0" presId="urn:microsoft.com/office/officeart/2018/2/layout/IconVerticalSolidList"/>
    <dgm:cxn modelId="{EAE1C3A8-B62D-4FAD-A2F0-6520179E95A9}" srcId="{A8B3F3A1-B52E-486B-848F-D83E20606D8A}" destId="{39409EA6-C9F1-4152-8AA3-7C925B3A5250}" srcOrd="0" destOrd="0" parTransId="{935F106A-F092-4346-A241-3F9FB4CBF7A5}" sibTransId="{DE8D2812-5061-40F8-864B-551F63D12FBD}"/>
    <dgm:cxn modelId="{3D50D2C9-C16A-4B4E-954D-3070D1D714F7}" srcId="{A8B3F3A1-B52E-486B-848F-D83E20606D8A}" destId="{F48D503D-C3F4-473F-9502-6BC8E1172F11}" srcOrd="2" destOrd="0" parTransId="{7B8C217C-0F2E-407A-8D96-25BAF044EA80}" sibTransId="{55CCA0F1-50F9-4594-AE80-295AE2D015C9}"/>
    <dgm:cxn modelId="{6E5785EC-D4F2-4496-AD82-8B0E26E8CB2A}" type="presOf" srcId="{6D9AA640-C902-4C1E-B752-F11AEE630C82}" destId="{395DDA7C-54E5-48BE-B128-CE23DD436310}" srcOrd="0" destOrd="1" presId="urn:microsoft.com/office/officeart/2018/2/layout/IconVerticalSolidList"/>
    <dgm:cxn modelId="{D476D1FF-ABE1-4FF9-B0BE-6DB6C92BC1A6}" type="presOf" srcId="{39409EA6-C9F1-4152-8AA3-7C925B3A5250}" destId="{9C816E98-1413-4138-B6E5-D70587BDCA69}" srcOrd="0" destOrd="0" presId="urn:microsoft.com/office/officeart/2018/2/layout/IconVerticalSolidList"/>
    <dgm:cxn modelId="{0E89805D-0C0B-4A78-8446-996C8290672B}" type="presParOf" srcId="{D3AB4AAF-5AED-492B-8012-BE839238C19D}" destId="{DAA58DB9-7F52-4725-AD6B-F683463D1E4F}" srcOrd="0" destOrd="0" presId="urn:microsoft.com/office/officeart/2018/2/layout/IconVerticalSolidList"/>
    <dgm:cxn modelId="{C9A8C600-C11F-4392-A1B9-F67134A04E88}" type="presParOf" srcId="{DAA58DB9-7F52-4725-AD6B-F683463D1E4F}" destId="{E333F36B-A595-4ADA-AE36-D49FA8338FEF}" srcOrd="0" destOrd="0" presId="urn:microsoft.com/office/officeart/2018/2/layout/IconVerticalSolidList"/>
    <dgm:cxn modelId="{5FCE8455-A1E3-4B5D-A255-90F98195C4E3}" type="presParOf" srcId="{DAA58DB9-7F52-4725-AD6B-F683463D1E4F}" destId="{5F804524-D706-4F6B-BC40-AA15F8258628}" srcOrd="1" destOrd="0" presId="urn:microsoft.com/office/officeart/2018/2/layout/IconVerticalSolidList"/>
    <dgm:cxn modelId="{E7E4AB05-8741-451A-A0FA-857C1AC2BF3A}" type="presParOf" srcId="{DAA58DB9-7F52-4725-AD6B-F683463D1E4F}" destId="{F51620A3-079A-42C4-B1C8-12BB4D91EE34}" srcOrd="2" destOrd="0" presId="urn:microsoft.com/office/officeart/2018/2/layout/IconVerticalSolidList"/>
    <dgm:cxn modelId="{6EB65AF5-A0F6-47E3-8009-35595297F119}" type="presParOf" srcId="{DAA58DB9-7F52-4725-AD6B-F683463D1E4F}" destId="{9C816E98-1413-4138-B6E5-D70587BDCA69}" srcOrd="3" destOrd="0" presId="urn:microsoft.com/office/officeart/2018/2/layout/IconVerticalSolidList"/>
    <dgm:cxn modelId="{49B9D3BD-03F0-43B7-A7A8-34A528886DFC}" type="presParOf" srcId="{D3AB4AAF-5AED-492B-8012-BE839238C19D}" destId="{D144CF95-6FE9-4163-BBEA-D3488821CFE0}" srcOrd="1" destOrd="0" presId="urn:microsoft.com/office/officeart/2018/2/layout/IconVerticalSolidList"/>
    <dgm:cxn modelId="{CC1BE1F2-1055-4A2E-8C1F-9FB94FBF1FB2}" type="presParOf" srcId="{D3AB4AAF-5AED-492B-8012-BE839238C19D}" destId="{960D50F4-7A0C-4DD7-8351-3BB74FD164F1}" srcOrd="2" destOrd="0" presId="urn:microsoft.com/office/officeart/2018/2/layout/IconVerticalSolidList"/>
    <dgm:cxn modelId="{44338DE5-0757-4193-8E2D-E2725896616D}" type="presParOf" srcId="{960D50F4-7A0C-4DD7-8351-3BB74FD164F1}" destId="{4009F6FD-7209-4369-9266-D8951771BC74}" srcOrd="0" destOrd="0" presId="urn:microsoft.com/office/officeart/2018/2/layout/IconVerticalSolidList"/>
    <dgm:cxn modelId="{93ACB793-754D-4F00-936C-9C4208CCEF20}" type="presParOf" srcId="{960D50F4-7A0C-4DD7-8351-3BB74FD164F1}" destId="{B63B08BD-923B-403D-B50D-EC4FD3DC9CF6}" srcOrd="1" destOrd="0" presId="urn:microsoft.com/office/officeart/2018/2/layout/IconVerticalSolidList"/>
    <dgm:cxn modelId="{D4549F14-6CE9-492D-9C82-3D2E45AD770E}" type="presParOf" srcId="{960D50F4-7A0C-4DD7-8351-3BB74FD164F1}" destId="{69B06260-97A3-4DFF-A3EC-A579C5440281}" srcOrd="2" destOrd="0" presId="urn:microsoft.com/office/officeart/2018/2/layout/IconVerticalSolidList"/>
    <dgm:cxn modelId="{E692A85F-BCF4-481E-A673-01DE71614A16}" type="presParOf" srcId="{960D50F4-7A0C-4DD7-8351-3BB74FD164F1}" destId="{7113B10F-6AA6-4412-B99B-31F7B8B338C3}" srcOrd="3" destOrd="0" presId="urn:microsoft.com/office/officeart/2018/2/layout/IconVerticalSolidList"/>
    <dgm:cxn modelId="{3221546D-B0DE-49F2-9C22-4B7B0053199B}" type="presParOf" srcId="{D3AB4AAF-5AED-492B-8012-BE839238C19D}" destId="{A6206FA3-E406-4928-B194-DC1F1A916678}" srcOrd="3" destOrd="0" presId="urn:microsoft.com/office/officeart/2018/2/layout/IconVerticalSolidList"/>
    <dgm:cxn modelId="{843806FF-AEBC-44D6-8A4F-AD63BAB78652}" type="presParOf" srcId="{D3AB4AAF-5AED-492B-8012-BE839238C19D}" destId="{3D7BEC2C-0949-42C6-B0D1-1984B692DD76}" srcOrd="4" destOrd="0" presId="urn:microsoft.com/office/officeart/2018/2/layout/IconVerticalSolidList"/>
    <dgm:cxn modelId="{A80CCE28-34BD-468D-A4F5-4220ADB6C6DE}" type="presParOf" srcId="{3D7BEC2C-0949-42C6-B0D1-1984B692DD76}" destId="{22277FB0-9D03-405F-B70F-557A183F3A7A}" srcOrd="0" destOrd="0" presId="urn:microsoft.com/office/officeart/2018/2/layout/IconVerticalSolidList"/>
    <dgm:cxn modelId="{52639385-E0DB-4F19-85F5-A99A700E47C7}" type="presParOf" srcId="{3D7BEC2C-0949-42C6-B0D1-1984B692DD76}" destId="{D7621465-7783-4669-84DE-6DF2DFEAF263}" srcOrd="1" destOrd="0" presId="urn:microsoft.com/office/officeart/2018/2/layout/IconVerticalSolidList"/>
    <dgm:cxn modelId="{99FA7170-3E94-495B-BA0D-601815B570D7}" type="presParOf" srcId="{3D7BEC2C-0949-42C6-B0D1-1984B692DD76}" destId="{E3972970-7119-4D57-B838-3444E551F48D}" srcOrd="2" destOrd="0" presId="urn:microsoft.com/office/officeart/2018/2/layout/IconVerticalSolidList"/>
    <dgm:cxn modelId="{B5935371-4D87-4A2B-A1E4-11448DAB3EF2}" type="presParOf" srcId="{3D7BEC2C-0949-42C6-B0D1-1984B692DD76}" destId="{646A5E7C-415C-43D7-B635-EE6B97D684F4}" srcOrd="3" destOrd="0" presId="urn:microsoft.com/office/officeart/2018/2/layout/IconVerticalSolidList"/>
    <dgm:cxn modelId="{162B54A2-2A24-4F13-A1E5-493574102E65}" type="presParOf" srcId="{3D7BEC2C-0949-42C6-B0D1-1984B692DD76}" destId="{395DDA7C-54E5-48BE-B128-CE23DD43631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DE85D7-B076-49C9-80DC-7B12729B1C2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763BC17-A10F-4F7E-AE64-271261C181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case leverages the power of ai and machine learning to perform complex task that require decision making and adaptability</a:t>
          </a:r>
        </a:p>
      </dgm:t>
    </dgm:pt>
    <dgm:pt modelId="{84757A8C-1216-4F08-B103-18983AF7A2F5}" type="parTrans" cxnId="{64E35CD2-2BB4-441F-B4BC-CFBC8B4297BE}">
      <dgm:prSet/>
      <dgm:spPr/>
      <dgm:t>
        <a:bodyPr/>
        <a:lstStyle/>
        <a:p>
          <a:endParaRPr lang="en-US"/>
        </a:p>
      </dgm:t>
    </dgm:pt>
    <dgm:pt modelId="{5BFAE840-752B-4A06-9C57-C5BCF66089CF}" type="sibTrans" cxnId="{64E35CD2-2BB4-441F-B4BC-CFBC8B4297BE}">
      <dgm:prSet/>
      <dgm:spPr/>
      <dgm:t>
        <a:bodyPr/>
        <a:lstStyle/>
        <a:p>
          <a:endParaRPr lang="en-US"/>
        </a:p>
      </dgm:t>
    </dgm:pt>
    <dgm:pt modelId="{2AFC32FD-7C3F-46D7-A7B6-C010E54A67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kind of automation is the one that seems to work in situations that are dynamic and prone to uncertainty</a:t>
          </a:r>
        </a:p>
      </dgm:t>
    </dgm:pt>
    <dgm:pt modelId="{63453A51-824C-456A-94A9-3C31188F4BB2}" type="parTrans" cxnId="{B137E1A4-0B8F-4ED1-9235-09E48F526537}">
      <dgm:prSet/>
      <dgm:spPr/>
      <dgm:t>
        <a:bodyPr/>
        <a:lstStyle/>
        <a:p>
          <a:endParaRPr lang="en-US"/>
        </a:p>
      </dgm:t>
    </dgm:pt>
    <dgm:pt modelId="{DF3EF6CA-4E3D-40E1-9DB0-438373A194DA}" type="sibTrans" cxnId="{B137E1A4-0B8F-4ED1-9235-09E48F526537}">
      <dgm:prSet/>
      <dgm:spPr/>
      <dgm:t>
        <a:bodyPr/>
        <a:lstStyle/>
        <a:p>
          <a:endParaRPr lang="en-US"/>
        </a:p>
      </dgm:t>
    </dgm:pt>
    <dgm:pt modelId="{2CD8730A-F804-4875-AFD2-5B87006885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Ai improves over time so as the whole preciseness of the situation</a:t>
          </a:r>
        </a:p>
      </dgm:t>
    </dgm:pt>
    <dgm:pt modelId="{623D19CE-FFE3-4D54-AF06-AA3724208DA8}" type="parTrans" cxnId="{D2CD5EF3-31B3-43D5-A710-F7C5240343F8}">
      <dgm:prSet/>
      <dgm:spPr/>
      <dgm:t>
        <a:bodyPr/>
        <a:lstStyle/>
        <a:p>
          <a:endParaRPr lang="en-US"/>
        </a:p>
      </dgm:t>
    </dgm:pt>
    <dgm:pt modelId="{6CCBAEF8-3EE6-4BC1-8626-778AEE5D3076}" type="sibTrans" cxnId="{D2CD5EF3-31B3-43D5-A710-F7C5240343F8}">
      <dgm:prSet/>
      <dgm:spPr/>
      <dgm:t>
        <a:bodyPr/>
        <a:lstStyle/>
        <a:p>
          <a:endParaRPr lang="en-US"/>
        </a:p>
      </dgm:t>
    </dgm:pt>
    <dgm:pt modelId="{3BF17E8E-7F24-430B-8176-06CE6AD003D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Example;</a:t>
          </a:r>
        </a:p>
      </dgm:t>
    </dgm:pt>
    <dgm:pt modelId="{90FEC617-DB64-4EDC-8A98-A9370AB7B84B}" type="parTrans" cxnId="{12350188-183F-4624-B64C-2CB71E4BA6E7}">
      <dgm:prSet/>
      <dgm:spPr/>
      <dgm:t>
        <a:bodyPr/>
        <a:lstStyle/>
        <a:p>
          <a:endParaRPr lang="en-US"/>
        </a:p>
      </dgm:t>
    </dgm:pt>
    <dgm:pt modelId="{7185BD04-E50F-4DC4-9914-0ABB61710E8C}" type="sibTrans" cxnId="{12350188-183F-4624-B64C-2CB71E4BA6E7}">
      <dgm:prSet/>
      <dgm:spPr/>
      <dgm:t>
        <a:bodyPr/>
        <a:lstStyle/>
        <a:p>
          <a:endParaRPr lang="en-US"/>
        </a:p>
      </dgm:t>
    </dgm:pt>
    <dgm:pt modelId="{6B79682A-B449-4BEE-AFE3-DD3B73E0A7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using natural language processing for automating customer interaction through chatbots.</a:t>
          </a:r>
        </a:p>
      </dgm:t>
    </dgm:pt>
    <dgm:pt modelId="{00A095E6-2F7C-4D30-A6FB-E2392CD7646D}" type="parTrans" cxnId="{C665F5D8-7D00-4C6E-9D48-B472EDCCB99F}">
      <dgm:prSet/>
      <dgm:spPr/>
      <dgm:t>
        <a:bodyPr/>
        <a:lstStyle/>
        <a:p>
          <a:endParaRPr lang="en-US"/>
        </a:p>
      </dgm:t>
    </dgm:pt>
    <dgm:pt modelId="{000A45D6-B0A0-43F3-9A93-83A5B8045875}" type="sibTrans" cxnId="{C665F5D8-7D00-4C6E-9D48-B472EDCCB99F}">
      <dgm:prSet/>
      <dgm:spPr/>
      <dgm:t>
        <a:bodyPr/>
        <a:lstStyle/>
        <a:p>
          <a:endParaRPr lang="en-US"/>
        </a:p>
      </dgm:t>
    </dgm:pt>
    <dgm:pt modelId="{6709EAD4-2E80-4F50-90AA-F7D14594A592}" type="pres">
      <dgm:prSet presAssocID="{E6DE85D7-B076-49C9-80DC-7B12729B1C2B}" presName="Name0" presStyleCnt="0">
        <dgm:presLayoutVars>
          <dgm:dir/>
          <dgm:resizeHandles val="exact"/>
        </dgm:presLayoutVars>
      </dgm:prSet>
      <dgm:spPr/>
    </dgm:pt>
    <dgm:pt modelId="{17FC8C84-E3C1-4A4F-8234-7F1CAA6273C5}" type="pres">
      <dgm:prSet presAssocID="{1763BC17-A10F-4F7E-AE64-271261C18133}" presName="node" presStyleLbl="node1" presStyleIdx="0" presStyleCnt="5">
        <dgm:presLayoutVars>
          <dgm:bulletEnabled val="1"/>
        </dgm:presLayoutVars>
      </dgm:prSet>
      <dgm:spPr/>
    </dgm:pt>
    <dgm:pt modelId="{D871F564-A2DE-4FC7-A4C4-AF24FACF88B6}" type="pres">
      <dgm:prSet presAssocID="{5BFAE840-752B-4A06-9C57-C5BCF66089CF}" presName="sibTrans" presStyleLbl="sibTrans1D1" presStyleIdx="0" presStyleCnt="4"/>
      <dgm:spPr/>
    </dgm:pt>
    <dgm:pt modelId="{A10F7DE8-A80C-4D31-BB39-8CE58E3A21BD}" type="pres">
      <dgm:prSet presAssocID="{5BFAE840-752B-4A06-9C57-C5BCF66089CF}" presName="connectorText" presStyleLbl="sibTrans1D1" presStyleIdx="0" presStyleCnt="4"/>
      <dgm:spPr/>
    </dgm:pt>
    <dgm:pt modelId="{1EB48BA3-BA45-43EB-9792-EDB5FE81C6D5}" type="pres">
      <dgm:prSet presAssocID="{2AFC32FD-7C3F-46D7-A7B6-C010E54A67AE}" presName="node" presStyleLbl="node1" presStyleIdx="1" presStyleCnt="5">
        <dgm:presLayoutVars>
          <dgm:bulletEnabled val="1"/>
        </dgm:presLayoutVars>
      </dgm:prSet>
      <dgm:spPr/>
    </dgm:pt>
    <dgm:pt modelId="{052F81D2-DA19-431C-9C9B-56DD4EDEE2BC}" type="pres">
      <dgm:prSet presAssocID="{DF3EF6CA-4E3D-40E1-9DB0-438373A194DA}" presName="sibTrans" presStyleLbl="sibTrans1D1" presStyleIdx="1" presStyleCnt="4"/>
      <dgm:spPr/>
    </dgm:pt>
    <dgm:pt modelId="{D7799F62-8D10-4A86-A4CC-57A9360D3866}" type="pres">
      <dgm:prSet presAssocID="{DF3EF6CA-4E3D-40E1-9DB0-438373A194DA}" presName="connectorText" presStyleLbl="sibTrans1D1" presStyleIdx="1" presStyleCnt="4"/>
      <dgm:spPr/>
    </dgm:pt>
    <dgm:pt modelId="{33E03E6E-8181-4610-9672-1120B5D18196}" type="pres">
      <dgm:prSet presAssocID="{2CD8730A-F804-4875-AFD2-5B8700688545}" presName="node" presStyleLbl="node1" presStyleIdx="2" presStyleCnt="5">
        <dgm:presLayoutVars>
          <dgm:bulletEnabled val="1"/>
        </dgm:presLayoutVars>
      </dgm:prSet>
      <dgm:spPr/>
    </dgm:pt>
    <dgm:pt modelId="{589CDE78-47F7-4CD6-8648-AD30E1F303B3}" type="pres">
      <dgm:prSet presAssocID="{6CCBAEF8-3EE6-4BC1-8626-778AEE5D3076}" presName="sibTrans" presStyleLbl="sibTrans1D1" presStyleIdx="2" presStyleCnt="4"/>
      <dgm:spPr/>
    </dgm:pt>
    <dgm:pt modelId="{CF80B44D-A5A7-448C-AE8A-77DDA9071C6F}" type="pres">
      <dgm:prSet presAssocID="{6CCBAEF8-3EE6-4BC1-8626-778AEE5D3076}" presName="connectorText" presStyleLbl="sibTrans1D1" presStyleIdx="2" presStyleCnt="4"/>
      <dgm:spPr/>
    </dgm:pt>
    <dgm:pt modelId="{A243E405-53FB-4947-B5C2-92AD915D05E5}" type="pres">
      <dgm:prSet presAssocID="{3BF17E8E-7F24-430B-8176-06CE6AD003D2}" presName="node" presStyleLbl="node1" presStyleIdx="3" presStyleCnt="5">
        <dgm:presLayoutVars>
          <dgm:bulletEnabled val="1"/>
        </dgm:presLayoutVars>
      </dgm:prSet>
      <dgm:spPr/>
    </dgm:pt>
    <dgm:pt modelId="{F856A50F-8731-461D-81FB-851FB1682F05}" type="pres">
      <dgm:prSet presAssocID="{7185BD04-E50F-4DC4-9914-0ABB61710E8C}" presName="sibTrans" presStyleLbl="sibTrans1D1" presStyleIdx="3" presStyleCnt="4"/>
      <dgm:spPr/>
    </dgm:pt>
    <dgm:pt modelId="{22C27080-9C09-4BA6-8A82-56558CCB4E3D}" type="pres">
      <dgm:prSet presAssocID="{7185BD04-E50F-4DC4-9914-0ABB61710E8C}" presName="connectorText" presStyleLbl="sibTrans1D1" presStyleIdx="3" presStyleCnt="4"/>
      <dgm:spPr/>
    </dgm:pt>
    <dgm:pt modelId="{D9F58521-5C92-42E3-B9BD-7A9752D68FEE}" type="pres">
      <dgm:prSet presAssocID="{6B79682A-B449-4BEE-AFE3-DD3B73E0A7E6}" presName="node" presStyleLbl="node1" presStyleIdx="4" presStyleCnt="5">
        <dgm:presLayoutVars>
          <dgm:bulletEnabled val="1"/>
        </dgm:presLayoutVars>
      </dgm:prSet>
      <dgm:spPr/>
    </dgm:pt>
  </dgm:ptLst>
  <dgm:cxnLst>
    <dgm:cxn modelId="{B4712806-756F-4B02-AB09-7A21A28C8414}" type="presOf" srcId="{E6DE85D7-B076-49C9-80DC-7B12729B1C2B}" destId="{6709EAD4-2E80-4F50-90AA-F7D14594A592}" srcOrd="0" destOrd="0" presId="urn:microsoft.com/office/officeart/2016/7/layout/RepeatingBendingProcessNew"/>
    <dgm:cxn modelId="{BD1B3A0E-290F-43A6-BFB3-1FFD98DBE899}" type="presOf" srcId="{3BF17E8E-7F24-430B-8176-06CE6AD003D2}" destId="{A243E405-53FB-4947-B5C2-92AD915D05E5}" srcOrd="0" destOrd="0" presId="urn:microsoft.com/office/officeart/2016/7/layout/RepeatingBendingProcessNew"/>
    <dgm:cxn modelId="{1E85BA11-506A-405A-931F-B037D2F66538}" type="presOf" srcId="{6CCBAEF8-3EE6-4BC1-8626-778AEE5D3076}" destId="{589CDE78-47F7-4CD6-8648-AD30E1F303B3}" srcOrd="0" destOrd="0" presId="urn:microsoft.com/office/officeart/2016/7/layout/RepeatingBendingProcessNew"/>
    <dgm:cxn modelId="{83D92F1A-6C5E-415A-8797-2D259400C254}" type="presOf" srcId="{5BFAE840-752B-4A06-9C57-C5BCF66089CF}" destId="{A10F7DE8-A80C-4D31-BB39-8CE58E3A21BD}" srcOrd="1" destOrd="0" presId="urn:microsoft.com/office/officeart/2016/7/layout/RepeatingBendingProcessNew"/>
    <dgm:cxn modelId="{75F42D1E-CB2E-4078-BC32-3933E625CD2B}" type="presOf" srcId="{6CCBAEF8-3EE6-4BC1-8626-778AEE5D3076}" destId="{CF80B44D-A5A7-448C-AE8A-77DDA9071C6F}" srcOrd="1" destOrd="0" presId="urn:microsoft.com/office/officeart/2016/7/layout/RepeatingBendingProcessNew"/>
    <dgm:cxn modelId="{A6C6A720-7C44-45B9-BECF-972037F3B3FA}" type="presOf" srcId="{7185BD04-E50F-4DC4-9914-0ABB61710E8C}" destId="{F856A50F-8731-461D-81FB-851FB1682F05}" srcOrd="0" destOrd="0" presId="urn:microsoft.com/office/officeart/2016/7/layout/RepeatingBendingProcessNew"/>
    <dgm:cxn modelId="{2672DC33-3C9F-4528-BF80-A3600C40D4AF}" type="presOf" srcId="{7185BD04-E50F-4DC4-9914-0ABB61710E8C}" destId="{22C27080-9C09-4BA6-8A82-56558CCB4E3D}" srcOrd="1" destOrd="0" presId="urn:microsoft.com/office/officeart/2016/7/layout/RepeatingBendingProcessNew"/>
    <dgm:cxn modelId="{F9325736-2316-4700-BF66-8F395FC46DD1}" type="presOf" srcId="{2AFC32FD-7C3F-46D7-A7B6-C010E54A67AE}" destId="{1EB48BA3-BA45-43EB-9792-EDB5FE81C6D5}" srcOrd="0" destOrd="0" presId="urn:microsoft.com/office/officeart/2016/7/layout/RepeatingBendingProcessNew"/>
    <dgm:cxn modelId="{25065E3D-6831-409D-A03F-908AE7EBE477}" type="presOf" srcId="{DF3EF6CA-4E3D-40E1-9DB0-438373A194DA}" destId="{052F81D2-DA19-431C-9C9B-56DD4EDEE2BC}" srcOrd="0" destOrd="0" presId="urn:microsoft.com/office/officeart/2016/7/layout/RepeatingBendingProcessNew"/>
    <dgm:cxn modelId="{8EDAAE4B-E1BA-47AE-AA38-BB6B49D05158}" type="presOf" srcId="{5BFAE840-752B-4A06-9C57-C5BCF66089CF}" destId="{D871F564-A2DE-4FC7-A4C4-AF24FACF88B6}" srcOrd="0" destOrd="0" presId="urn:microsoft.com/office/officeart/2016/7/layout/RepeatingBendingProcessNew"/>
    <dgm:cxn modelId="{51D9134C-0E69-4484-9167-4D90FAF4FAAF}" type="presOf" srcId="{1763BC17-A10F-4F7E-AE64-271261C18133}" destId="{17FC8C84-E3C1-4A4F-8234-7F1CAA6273C5}" srcOrd="0" destOrd="0" presId="urn:microsoft.com/office/officeart/2016/7/layout/RepeatingBendingProcessNew"/>
    <dgm:cxn modelId="{A95EE486-FEEA-4CAD-AB68-BFBBBC3E0DBF}" type="presOf" srcId="{DF3EF6CA-4E3D-40E1-9DB0-438373A194DA}" destId="{D7799F62-8D10-4A86-A4CC-57A9360D3866}" srcOrd="1" destOrd="0" presId="urn:microsoft.com/office/officeart/2016/7/layout/RepeatingBendingProcessNew"/>
    <dgm:cxn modelId="{12350188-183F-4624-B64C-2CB71E4BA6E7}" srcId="{E6DE85D7-B076-49C9-80DC-7B12729B1C2B}" destId="{3BF17E8E-7F24-430B-8176-06CE6AD003D2}" srcOrd="3" destOrd="0" parTransId="{90FEC617-DB64-4EDC-8A98-A9370AB7B84B}" sibTransId="{7185BD04-E50F-4DC4-9914-0ABB61710E8C}"/>
    <dgm:cxn modelId="{B137E1A4-0B8F-4ED1-9235-09E48F526537}" srcId="{E6DE85D7-B076-49C9-80DC-7B12729B1C2B}" destId="{2AFC32FD-7C3F-46D7-A7B6-C010E54A67AE}" srcOrd="1" destOrd="0" parTransId="{63453A51-824C-456A-94A9-3C31188F4BB2}" sibTransId="{DF3EF6CA-4E3D-40E1-9DB0-438373A194DA}"/>
    <dgm:cxn modelId="{5A195EC9-4BAB-4819-8630-95DBB0460F71}" type="presOf" srcId="{6B79682A-B449-4BEE-AFE3-DD3B73E0A7E6}" destId="{D9F58521-5C92-42E3-B9BD-7A9752D68FEE}" srcOrd="0" destOrd="0" presId="urn:microsoft.com/office/officeart/2016/7/layout/RepeatingBendingProcessNew"/>
    <dgm:cxn modelId="{4241E2D0-7ECD-4C51-81F8-0EB1EC3C4ACE}" type="presOf" srcId="{2CD8730A-F804-4875-AFD2-5B8700688545}" destId="{33E03E6E-8181-4610-9672-1120B5D18196}" srcOrd="0" destOrd="0" presId="urn:microsoft.com/office/officeart/2016/7/layout/RepeatingBendingProcessNew"/>
    <dgm:cxn modelId="{64E35CD2-2BB4-441F-B4BC-CFBC8B4297BE}" srcId="{E6DE85D7-B076-49C9-80DC-7B12729B1C2B}" destId="{1763BC17-A10F-4F7E-AE64-271261C18133}" srcOrd="0" destOrd="0" parTransId="{84757A8C-1216-4F08-B103-18983AF7A2F5}" sibTransId="{5BFAE840-752B-4A06-9C57-C5BCF66089CF}"/>
    <dgm:cxn modelId="{C665F5D8-7D00-4C6E-9D48-B472EDCCB99F}" srcId="{E6DE85D7-B076-49C9-80DC-7B12729B1C2B}" destId="{6B79682A-B449-4BEE-AFE3-DD3B73E0A7E6}" srcOrd="4" destOrd="0" parTransId="{00A095E6-2F7C-4D30-A6FB-E2392CD7646D}" sibTransId="{000A45D6-B0A0-43F3-9A93-83A5B8045875}"/>
    <dgm:cxn modelId="{D2CD5EF3-31B3-43D5-A710-F7C5240343F8}" srcId="{E6DE85D7-B076-49C9-80DC-7B12729B1C2B}" destId="{2CD8730A-F804-4875-AFD2-5B8700688545}" srcOrd="2" destOrd="0" parTransId="{623D19CE-FFE3-4D54-AF06-AA3724208DA8}" sibTransId="{6CCBAEF8-3EE6-4BC1-8626-778AEE5D3076}"/>
    <dgm:cxn modelId="{E0CE03B0-B93B-4C46-9A9E-9FC137CEEDF1}" type="presParOf" srcId="{6709EAD4-2E80-4F50-90AA-F7D14594A592}" destId="{17FC8C84-E3C1-4A4F-8234-7F1CAA6273C5}" srcOrd="0" destOrd="0" presId="urn:microsoft.com/office/officeart/2016/7/layout/RepeatingBendingProcessNew"/>
    <dgm:cxn modelId="{076B4E2C-5392-46F0-AF8C-95E105AF10C9}" type="presParOf" srcId="{6709EAD4-2E80-4F50-90AA-F7D14594A592}" destId="{D871F564-A2DE-4FC7-A4C4-AF24FACF88B6}" srcOrd="1" destOrd="0" presId="urn:microsoft.com/office/officeart/2016/7/layout/RepeatingBendingProcessNew"/>
    <dgm:cxn modelId="{46C79116-6B74-45F3-801C-18A3271D4016}" type="presParOf" srcId="{D871F564-A2DE-4FC7-A4C4-AF24FACF88B6}" destId="{A10F7DE8-A80C-4D31-BB39-8CE58E3A21BD}" srcOrd="0" destOrd="0" presId="urn:microsoft.com/office/officeart/2016/7/layout/RepeatingBendingProcessNew"/>
    <dgm:cxn modelId="{F4606A68-8B61-4754-A21D-1C5BF098BB59}" type="presParOf" srcId="{6709EAD4-2E80-4F50-90AA-F7D14594A592}" destId="{1EB48BA3-BA45-43EB-9792-EDB5FE81C6D5}" srcOrd="2" destOrd="0" presId="urn:microsoft.com/office/officeart/2016/7/layout/RepeatingBendingProcessNew"/>
    <dgm:cxn modelId="{8786EAF1-3760-4F3B-8EA7-31D634F067D8}" type="presParOf" srcId="{6709EAD4-2E80-4F50-90AA-F7D14594A592}" destId="{052F81D2-DA19-431C-9C9B-56DD4EDEE2BC}" srcOrd="3" destOrd="0" presId="urn:microsoft.com/office/officeart/2016/7/layout/RepeatingBendingProcessNew"/>
    <dgm:cxn modelId="{79CDBA37-5B8B-48C0-BB8B-81B762A40C90}" type="presParOf" srcId="{052F81D2-DA19-431C-9C9B-56DD4EDEE2BC}" destId="{D7799F62-8D10-4A86-A4CC-57A9360D3866}" srcOrd="0" destOrd="0" presId="urn:microsoft.com/office/officeart/2016/7/layout/RepeatingBendingProcessNew"/>
    <dgm:cxn modelId="{6F126E56-6D96-46B3-9E26-22EBC70D47BD}" type="presParOf" srcId="{6709EAD4-2E80-4F50-90AA-F7D14594A592}" destId="{33E03E6E-8181-4610-9672-1120B5D18196}" srcOrd="4" destOrd="0" presId="urn:microsoft.com/office/officeart/2016/7/layout/RepeatingBendingProcessNew"/>
    <dgm:cxn modelId="{0CA1BE3C-3003-465C-A6B7-A2DE45FBEB39}" type="presParOf" srcId="{6709EAD4-2E80-4F50-90AA-F7D14594A592}" destId="{589CDE78-47F7-4CD6-8648-AD30E1F303B3}" srcOrd="5" destOrd="0" presId="urn:microsoft.com/office/officeart/2016/7/layout/RepeatingBendingProcessNew"/>
    <dgm:cxn modelId="{68CEC31A-722C-48C1-834F-15FECAF78F2A}" type="presParOf" srcId="{589CDE78-47F7-4CD6-8648-AD30E1F303B3}" destId="{CF80B44D-A5A7-448C-AE8A-77DDA9071C6F}" srcOrd="0" destOrd="0" presId="urn:microsoft.com/office/officeart/2016/7/layout/RepeatingBendingProcessNew"/>
    <dgm:cxn modelId="{1D7C018E-6FB1-47A1-885C-330362FFBDB3}" type="presParOf" srcId="{6709EAD4-2E80-4F50-90AA-F7D14594A592}" destId="{A243E405-53FB-4947-B5C2-92AD915D05E5}" srcOrd="6" destOrd="0" presId="urn:microsoft.com/office/officeart/2016/7/layout/RepeatingBendingProcessNew"/>
    <dgm:cxn modelId="{5470E501-34B8-47E1-82FC-819DA1D43608}" type="presParOf" srcId="{6709EAD4-2E80-4F50-90AA-F7D14594A592}" destId="{F856A50F-8731-461D-81FB-851FB1682F05}" srcOrd="7" destOrd="0" presId="urn:microsoft.com/office/officeart/2016/7/layout/RepeatingBendingProcessNew"/>
    <dgm:cxn modelId="{544C4AB8-8CDA-45AE-BD1E-209C93FE30D0}" type="presParOf" srcId="{F856A50F-8731-461D-81FB-851FB1682F05}" destId="{22C27080-9C09-4BA6-8A82-56558CCB4E3D}" srcOrd="0" destOrd="0" presId="urn:microsoft.com/office/officeart/2016/7/layout/RepeatingBendingProcessNew"/>
    <dgm:cxn modelId="{1E66DC51-84E5-40C2-B93F-0F7F7911FC6C}" type="presParOf" srcId="{6709EAD4-2E80-4F50-90AA-F7D14594A592}" destId="{D9F58521-5C92-42E3-B9BD-7A9752D68FEE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9B6A5D-447A-4F5A-8B49-F43D2633E63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5C360F-7597-4220-9CD4-2D2B03EC4F01}">
      <dgm:prSet/>
      <dgm:spPr/>
      <dgm:t>
        <a:bodyPr/>
        <a:lstStyle/>
        <a:p>
          <a:r>
            <a:rPr lang="en-US" dirty="0"/>
            <a:t>It is evident that everyone is involved in the controversial issue of </a:t>
          </a:r>
          <a:r>
            <a:rPr lang="en-US" dirty="0">
              <a:solidFill>
                <a:srgbClr val="FF0000"/>
              </a:solidFill>
            </a:rPr>
            <a:t>job disruption</a:t>
          </a:r>
        </a:p>
      </dgm:t>
    </dgm:pt>
    <dgm:pt modelId="{CDC65519-A441-4F96-A27C-D5B2F911835F}" type="parTrans" cxnId="{81C8388D-74D3-455B-940C-03E1A7F0417B}">
      <dgm:prSet/>
      <dgm:spPr/>
      <dgm:t>
        <a:bodyPr/>
        <a:lstStyle/>
        <a:p>
          <a:endParaRPr lang="en-US"/>
        </a:p>
      </dgm:t>
    </dgm:pt>
    <dgm:pt modelId="{9B332C83-4006-43AF-9546-869C9BE0EF9D}" type="sibTrans" cxnId="{81C8388D-74D3-455B-940C-03E1A7F0417B}">
      <dgm:prSet/>
      <dgm:spPr/>
      <dgm:t>
        <a:bodyPr/>
        <a:lstStyle/>
        <a:p>
          <a:endParaRPr lang="en-US"/>
        </a:p>
      </dgm:t>
    </dgm:pt>
    <dgm:pt modelId="{198C185B-D8E5-4B57-A5F7-41FEB1BC23DB}">
      <dgm:prSet/>
      <dgm:spPr/>
      <dgm:t>
        <a:bodyPr/>
        <a:lstStyle/>
        <a:p>
          <a:r>
            <a:rPr lang="en-US" dirty="0"/>
            <a:t>Tech companies specializing in AI feel like it will take some time before ai replace people</a:t>
          </a:r>
        </a:p>
      </dgm:t>
    </dgm:pt>
    <dgm:pt modelId="{18666066-8E15-4CA5-9D0E-C424E29FD517}" type="parTrans" cxnId="{5D5DA7C4-6CB4-4CFB-9194-9B75C395F20A}">
      <dgm:prSet/>
      <dgm:spPr/>
      <dgm:t>
        <a:bodyPr/>
        <a:lstStyle/>
        <a:p>
          <a:endParaRPr lang="en-US"/>
        </a:p>
      </dgm:t>
    </dgm:pt>
    <dgm:pt modelId="{2EE07991-2A49-44D6-8F75-53A1A79A9F9A}" type="sibTrans" cxnId="{5D5DA7C4-6CB4-4CFB-9194-9B75C395F20A}">
      <dgm:prSet/>
      <dgm:spPr/>
      <dgm:t>
        <a:bodyPr/>
        <a:lstStyle/>
        <a:p>
          <a:endParaRPr lang="en-US"/>
        </a:p>
      </dgm:t>
    </dgm:pt>
    <dgm:pt modelId="{E781BC0B-27BF-4CAC-8632-3C7788436711}">
      <dgm:prSet/>
      <dgm:spPr/>
      <dgm:t>
        <a:bodyPr/>
        <a:lstStyle/>
        <a:p>
          <a:pPr rtl="0"/>
          <a:r>
            <a:rPr lang="en-US" dirty="0"/>
            <a:t>The need for </a:t>
          </a:r>
          <a:r>
            <a:rPr lang="en-US" dirty="0">
              <a:solidFill>
                <a:srgbClr val="00B050"/>
              </a:solidFill>
            </a:rPr>
            <a:t>human touch </a:t>
          </a:r>
          <a:r>
            <a:rPr lang="en-US" dirty="0">
              <a:latin typeface="Posterama"/>
            </a:rPr>
            <a:t>still exists. </a:t>
          </a:r>
          <a:endParaRPr lang="en-US" dirty="0"/>
        </a:p>
      </dgm:t>
    </dgm:pt>
    <dgm:pt modelId="{A2599AF1-D672-4E49-A18A-5280517FFAF1}" type="parTrans" cxnId="{58E7A8FB-54AE-4887-B6FA-A468888107F1}">
      <dgm:prSet/>
      <dgm:spPr/>
      <dgm:t>
        <a:bodyPr/>
        <a:lstStyle/>
        <a:p>
          <a:endParaRPr lang="en-US"/>
        </a:p>
      </dgm:t>
    </dgm:pt>
    <dgm:pt modelId="{DDAAF047-B76F-439B-887F-1AF1FC65D4A4}" type="sibTrans" cxnId="{58E7A8FB-54AE-4887-B6FA-A468888107F1}">
      <dgm:prSet/>
      <dgm:spPr/>
      <dgm:t>
        <a:bodyPr/>
        <a:lstStyle/>
        <a:p>
          <a:endParaRPr lang="en-US"/>
        </a:p>
      </dgm:t>
    </dgm:pt>
    <dgm:pt modelId="{425ED4CA-2127-4D30-A6A4-F6A8CD5E5980}" type="pres">
      <dgm:prSet presAssocID="{669B6A5D-447A-4F5A-8B49-F43D2633E6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768786-48BF-4AE6-BE16-467B6E865BC3}" type="pres">
      <dgm:prSet presAssocID="{765C360F-7597-4220-9CD4-2D2B03EC4F01}" presName="hierRoot1" presStyleCnt="0"/>
      <dgm:spPr/>
    </dgm:pt>
    <dgm:pt modelId="{9255A6F6-00A6-42A9-90A9-3B986F6BEE40}" type="pres">
      <dgm:prSet presAssocID="{765C360F-7597-4220-9CD4-2D2B03EC4F01}" presName="composite" presStyleCnt="0"/>
      <dgm:spPr/>
    </dgm:pt>
    <dgm:pt modelId="{6BD690D1-5398-4904-A062-D53183122648}" type="pres">
      <dgm:prSet presAssocID="{765C360F-7597-4220-9CD4-2D2B03EC4F01}" presName="background" presStyleLbl="node0" presStyleIdx="0" presStyleCnt="3"/>
      <dgm:spPr/>
    </dgm:pt>
    <dgm:pt modelId="{300C8C5B-BF54-44BE-8633-69A069D9C78A}" type="pres">
      <dgm:prSet presAssocID="{765C360F-7597-4220-9CD4-2D2B03EC4F01}" presName="text" presStyleLbl="fgAcc0" presStyleIdx="0" presStyleCnt="3">
        <dgm:presLayoutVars>
          <dgm:chPref val="3"/>
        </dgm:presLayoutVars>
      </dgm:prSet>
      <dgm:spPr/>
    </dgm:pt>
    <dgm:pt modelId="{AA90FBBB-3CDD-4513-8E97-4437CAFBE61E}" type="pres">
      <dgm:prSet presAssocID="{765C360F-7597-4220-9CD4-2D2B03EC4F01}" presName="hierChild2" presStyleCnt="0"/>
      <dgm:spPr/>
    </dgm:pt>
    <dgm:pt modelId="{751E8E46-1BBA-40BA-9AAB-8C3C1A64CE7D}" type="pres">
      <dgm:prSet presAssocID="{198C185B-D8E5-4B57-A5F7-41FEB1BC23DB}" presName="hierRoot1" presStyleCnt="0"/>
      <dgm:spPr/>
    </dgm:pt>
    <dgm:pt modelId="{D3E67269-2494-4139-9E01-D71929FC7DEC}" type="pres">
      <dgm:prSet presAssocID="{198C185B-D8E5-4B57-A5F7-41FEB1BC23DB}" presName="composite" presStyleCnt="0"/>
      <dgm:spPr/>
    </dgm:pt>
    <dgm:pt modelId="{BB76D892-1309-4136-A6D0-FE31ED4261C7}" type="pres">
      <dgm:prSet presAssocID="{198C185B-D8E5-4B57-A5F7-41FEB1BC23DB}" presName="background" presStyleLbl="node0" presStyleIdx="1" presStyleCnt="3"/>
      <dgm:spPr/>
    </dgm:pt>
    <dgm:pt modelId="{DA52C323-272F-4099-86D8-A9F515E56B23}" type="pres">
      <dgm:prSet presAssocID="{198C185B-D8E5-4B57-A5F7-41FEB1BC23DB}" presName="text" presStyleLbl="fgAcc0" presStyleIdx="1" presStyleCnt="3">
        <dgm:presLayoutVars>
          <dgm:chPref val="3"/>
        </dgm:presLayoutVars>
      </dgm:prSet>
      <dgm:spPr/>
    </dgm:pt>
    <dgm:pt modelId="{E00B0A49-59F6-45D0-82B9-87C93D0B06AF}" type="pres">
      <dgm:prSet presAssocID="{198C185B-D8E5-4B57-A5F7-41FEB1BC23DB}" presName="hierChild2" presStyleCnt="0"/>
      <dgm:spPr/>
    </dgm:pt>
    <dgm:pt modelId="{A5A05053-F9C4-44F7-BE82-43C80A2A74AA}" type="pres">
      <dgm:prSet presAssocID="{E781BC0B-27BF-4CAC-8632-3C7788436711}" presName="hierRoot1" presStyleCnt="0"/>
      <dgm:spPr/>
    </dgm:pt>
    <dgm:pt modelId="{7FD3CE22-F3E2-417A-AE8D-8FE5C6979517}" type="pres">
      <dgm:prSet presAssocID="{E781BC0B-27BF-4CAC-8632-3C7788436711}" presName="composite" presStyleCnt="0"/>
      <dgm:spPr/>
    </dgm:pt>
    <dgm:pt modelId="{67BD6FE6-04BA-4D36-B678-CCF2D9E3EB9E}" type="pres">
      <dgm:prSet presAssocID="{E781BC0B-27BF-4CAC-8632-3C7788436711}" presName="background" presStyleLbl="node0" presStyleIdx="2" presStyleCnt="3"/>
      <dgm:spPr/>
    </dgm:pt>
    <dgm:pt modelId="{A0C122BD-463A-4F25-8B23-F5785FE7F4A2}" type="pres">
      <dgm:prSet presAssocID="{E781BC0B-27BF-4CAC-8632-3C7788436711}" presName="text" presStyleLbl="fgAcc0" presStyleIdx="2" presStyleCnt="3">
        <dgm:presLayoutVars>
          <dgm:chPref val="3"/>
        </dgm:presLayoutVars>
      </dgm:prSet>
      <dgm:spPr/>
    </dgm:pt>
    <dgm:pt modelId="{0FA7BD02-C3CD-4AE4-A5DE-BACED4AB62BC}" type="pres">
      <dgm:prSet presAssocID="{E781BC0B-27BF-4CAC-8632-3C7788436711}" presName="hierChild2" presStyleCnt="0"/>
      <dgm:spPr/>
    </dgm:pt>
  </dgm:ptLst>
  <dgm:cxnLst>
    <dgm:cxn modelId="{BE993422-07F6-4124-880F-0990647304B3}" type="presOf" srcId="{669B6A5D-447A-4F5A-8B49-F43D2633E631}" destId="{425ED4CA-2127-4D30-A6A4-F6A8CD5E5980}" srcOrd="0" destOrd="0" presId="urn:microsoft.com/office/officeart/2005/8/layout/hierarchy1"/>
    <dgm:cxn modelId="{6430F960-B02E-4A4B-B140-2A577B678F3A}" type="presOf" srcId="{765C360F-7597-4220-9CD4-2D2B03EC4F01}" destId="{300C8C5B-BF54-44BE-8633-69A069D9C78A}" srcOrd="0" destOrd="0" presId="urn:microsoft.com/office/officeart/2005/8/layout/hierarchy1"/>
    <dgm:cxn modelId="{81C8388D-74D3-455B-940C-03E1A7F0417B}" srcId="{669B6A5D-447A-4F5A-8B49-F43D2633E631}" destId="{765C360F-7597-4220-9CD4-2D2B03EC4F01}" srcOrd="0" destOrd="0" parTransId="{CDC65519-A441-4F96-A27C-D5B2F911835F}" sibTransId="{9B332C83-4006-43AF-9546-869C9BE0EF9D}"/>
    <dgm:cxn modelId="{4620F7BD-6917-4CA8-8E3F-B009717869A9}" type="presOf" srcId="{E781BC0B-27BF-4CAC-8632-3C7788436711}" destId="{A0C122BD-463A-4F25-8B23-F5785FE7F4A2}" srcOrd="0" destOrd="0" presId="urn:microsoft.com/office/officeart/2005/8/layout/hierarchy1"/>
    <dgm:cxn modelId="{5D5DA7C4-6CB4-4CFB-9194-9B75C395F20A}" srcId="{669B6A5D-447A-4F5A-8B49-F43D2633E631}" destId="{198C185B-D8E5-4B57-A5F7-41FEB1BC23DB}" srcOrd="1" destOrd="0" parTransId="{18666066-8E15-4CA5-9D0E-C424E29FD517}" sibTransId="{2EE07991-2A49-44D6-8F75-53A1A79A9F9A}"/>
    <dgm:cxn modelId="{E8663DE0-855E-4A59-984E-097AAD4F1C66}" type="presOf" srcId="{198C185B-D8E5-4B57-A5F7-41FEB1BC23DB}" destId="{DA52C323-272F-4099-86D8-A9F515E56B23}" srcOrd="0" destOrd="0" presId="urn:microsoft.com/office/officeart/2005/8/layout/hierarchy1"/>
    <dgm:cxn modelId="{58E7A8FB-54AE-4887-B6FA-A468888107F1}" srcId="{669B6A5D-447A-4F5A-8B49-F43D2633E631}" destId="{E781BC0B-27BF-4CAC-8632-3C7788436711}" srcOrd="2" destOrd="0" parTransId="{A2599AF1-D672-4E49-A18A-5280517FFAF1}" sibTransId="{DDAAF047-B76F-439B-887F-1AF1FC65D4A4}"/>
    <dgm:cxn modelId="{7D5F0147-9680-4733-88C4-5EA296C73F0D}" type="presParOf" srcId="{425ED4CA-2127-4D30-A6A4-F6A8CD5E5980}" destId="{79768786-48BF-4AE6-BE16-467B6E865BC3}" srcOrd="0" destOrd="0" presId="urn:microsoft.com/office/officeart/2005/8/layout/hierarchy1"/>
    <dgm:cxn modelId="{67B1E676-255A-4C3D-9936-614E587646AC}" type="presParOf" srcId="{79768786-48BF-4AE6-BE16-467B6E865BC3}" destId="{9255A6F6-00A6-42A9-90A9-3B986F6BEE40}" srcOrd="0" destOrd="0" presId="urn:microsoft.com/office/officeart/2005/8/layout/hierarchy1"/>
    <dgm:cxn modelId="{065E4653-7BC0-4917-B56F-4C6B102F015F}" type="presParOf" srcId="{9255A6F6-00A6-42A9-90A9-3B986F6BEE40}" destId="{6BD690D1-5398-4904-A062-D53183122648}" srcOrd="0" destOrd="0" presId="urn:microsoft.com/office/officeart/2005/8/layout/hierarchy1"/>
    <dgm:cxn modelId="{84618CA7-E2C9-41CF-A272-33AE7DD12634}" type="presParOf" srcId="{9255A6F6-00A6-42A9-90A9-3B986F6BEE40}" destId="{300C8C5B-BF54-44BE-8633-69A069D9C78A}" srcOrd="1" destOrd="0" presId="urn:microsoft.com/office/officeart/2005/8/layout/hierarchy1"/>
    <dgm:cxn modelId="{A5F56C83-3584-45DD-9C39-65858E2EDBCA}" type="presParOf" srcId="{79768786-48BF-4AE6-BE16-467B6E865BC3}" destId="{AA90FBBB-3CDD-4513-8E97-4437CAFBE61E}" srcOrd="1" destOrd="0" presId="urn:microsoft.com/office/officeart/2005/8/layout/hierarchy1"/>
    <dgm:cxn modelId="{1275155E-071A-49F1-A01B-6D314ACDD76F}" type="presParOf" srcId="{425ED4CA-2127-4D30-A6A4-F6A8CD5E5980}" destId="{751E8E46-1BBA-40BA-9AAB-8C3C1A64CE7D}" srcOrd="1" destOrd="0" presId="urn:microsoft.com/office/officeart/2005/8/layout/hierarchy1"/>
    <dgm:cxn modelId="{33CA380D-E884-46E8-8FB1-ACD7A6C43479}" type="presParOf" srcId="{751E8E46-1BBA-40BA-9AAB-8C3C1A64CE7D}" destId="{D3E67269-2494-4139-9E01-D71929FC7DEC}" srcOrd="0" destOrd="0" presId="urn:microsoft.com/office/officeart/2005/8/layout/hierarchy1"/>
    <dgm:cxn modelId="{C435FF9C-D0CB-458D-8DD2-BE198FA077FD}" type="presParOf" srcId="{D3E67269-2494-4139-9E01-D71929FC7DEC}" destId="{BB76D892-1309-4136-A6D0-FE31ED4261C7}" srcOrd="0" destOrd="0" presId="urn:microsoft.com/office/officeart/2005/8/layout/hierarchy1"/>
    <dgm:cxn modelId="{64F0B287-A8ED-4DE6-B2A0-153040CF88AB}" type="presParOf" srcId="{D3E67269-2494-4139-9E01-D71929FC7DEC}" destId="{DA52C323-272F-4099-86D8-A9F515E56B23}" srcOrd="1" destOrd="0" presId="urn:microsoft.com/office/officeart/2005/8/layout/hierarchy1"/>
    <dgm:cxn modelId="{2FFF2017-1CC9-4EB3-88BB-B0F5F699277E}" type="presParOf" srcId="{751E8E46-1BBA-40BA-9AAB-8C3C1A64CE7D}" destId="{E00B0A49-59F6-45D0-82B9-87C93D0B06AF}" srcOrd="1" destOrd="0" presId="urn:microsoft.com/office/officeart/2005/8/layout/hierarchy1"/>
    <dgm:cxn modelId="{2D96D2C2-2105-4228-9C27-49E7EFE41464}" type="presParOf" srcId="{425ED4CA-2127-4D30-A6A4-F6A8CD5E5980}" destId="{A5A05053-F9C4-44F7-BE82-43C80A2A74AA}" srcOrd="2" destOrd="0" presId="urn:microsoft.com/office/officeart/2005/8/layout/hierarchy1"/>
    <dgm:cxn modelId="{77FFBE5E-CE00-4FC0-B7F3-DB9A857AE89E}" type="presParOf" srcId="{A5A05053-F9C4-44F7-BE82-43C80A2A74AA}" destId="{7FD3CE22-F3E2-417A-AE8D-8FE5C6979517}" srcOrd="0" destOrd="0" presId="urn:microsoft.com/office/officeart/2005/8/layout/hierarchy1"/>
    <dgm:cxn modelId="{D2E62727-D075-4EF4-838E-BFF9BDE3D975}" type="presParOf" srcId="{7FD3CE22-F3E2-417A-AE8D-8FE5C6979517}" destId="{67BD6FE6-04BA-4D36-B678-CCF2D9E3EB9E}" srcOrd="0" destOrd="0" presId="urn:microsoft.com/office/officeart/2005/8/layout/hierarchy1"/>
    <dgm:cxn modelId="{222E8D63-934B-48D6-8D67-F4450C37ED05}" type="presParOf" srcId="{7FD3CE22-F3E2-417A-AE8D-8FE5C6979517}" destId="{A0C122BD-463A-4F25-8B23-F5785FE7F4A2}" srcOrd="1" destOrd="0" presId="urn:microsoft.com/office/officeart/2005/8/layout/hierarchy1"/>
    <dgm:cxn modelId="{36EC6905-731C-4DA2-9FE7-77FC60C67539}" type="presParOf" srcId="{A5A05053-F9C4-44F7-BE82-43C80A2A74AA}" destId="{0FA7BD02-C3CD-4AE4-A5DE-BACED4AB62B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D351B2-1FE4-4B23-B2B2-96CDF003A74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8342E1B-208E-46D6-9AE6-1CA116EA6198}">
      <dgm:prSet/>
      <dgm:spPr/>
      <dgm:t>
        <a:bodyPr/>
        <a:lstStyle/>
        <a:p>
          <a:r>
            <a:rPr lang="en-US"/>
            <a:t>How do you stay relevant in the workplace?</a:t>
          </a:r>
        </a:p>
      </dgm:t>
    </dgm:pt>
    <dgm:pt modelId="{022E1910-0955-47C0-A71F-2B4000334A68}" type="parTrans" cxnId="{31FFC67E-5595-4C35-A191-863B02AD1291}">
      <dgm:prSet/>
      <dgm:spPr/>
      <dgm:t>
        <a:bodyPr/>
        <a:lstStyle/>
        <a:p>
          <a:endParaRPr lang="en-US"/>
        </a:p>
      </dgm:t>
    </dgm:pt>
    <dgm:pt modelId="{75F77F0F-09C6-4234-8672-43B7A9143B19}" type="sibTrans" cxnId="{31FFC67E-5595-4C35-A191-863B02AD1291}">
      <dgm:prSet/>
      <dgm:spPr/>
      <dgm:t>
        <a:bodyPr/>
        <a:lstStyle/>
        <a:p>
          <a:endParaRPr lang="en-US"/>
        </a:p>
      </dgm:t>
    </dgm:pt>
    <dgm:pt modelId="{DF4D9FD1-BE09-4822-B75B-EDE81B66D3EE}">
      <dgm:prSet/>
      <dgm:spPr/>
      <dgm:t>
        <a:bodyPr/>
        <a:lstStyle/>
        <a:p>
          <a:r>
            <a:rPr lang="en-US"/>
            <a:t>At the same time as you do your work, how do you get new skills?</a:t>
          </a:r>
        </a:p>
      </dgm:t>
    </dgm:pt>
    <dgm:pt modelId="{4DA08449-53A3-46FF-9254-F2FB8A62528F}" type="parTrans" cxnId="{10B965FA-B535-4B8A-9A32-19D84AA5714A}">
      <dgm:prSet/>
      <dgm:spPr/>
      <dgm:t>
        <a:bodyPr/>
        <a:lstStyle/>
        <a:p>
          <a:endParaRPr lang="en-US"/>
        </a:p>
      </dgm:t>
    </dgm:pt>
    <dgm:pt modelId="{80D72FC1-0E1C-42E8-91D9-F293028FD9F9}" type="sibTrans" cxnId="{10B965FA-B535-4B8A-9A32-19D84AA5714A}">
      <dgm:prSet/>
      <dgm:spPr/>
      <dgm:t>
        <a:bodyPr/>
        <a:lstStyle/>
        <a:p>
          <a:endParaRPr lang="en-US"/>
        </a:p>
      </dgm:t>
    </dgm:pt>
    <dgm:pt modelId="{1BD5C933-F3C0-40C2-A92D-CED9CC33BE3F}">
      <dgm:prSet/>
      <dgm:spPr/>
      <dgm:t>
        <a:bodyPr/>
        <a:lstStyle/>
        <a:p>
          <a:pPr rtl="0"/>
          <a:r>
            <a:rPr lang="en-US">
              <a:latin typeface="Posterama"/>
            </a:rPr>
            <a:t>To which</a:t>
          </a:r>
          <a:r>
            <a:rPr lang="en-US"/>
            <a:t> direction should you go?</a:t>
          </a:r>
        </a:p>
      </dgm:t>
    </dgm:pt>
    <dgm:pt modelId="{D667DB60-6949-4B14-8079-6A3D195C34BA}" type="parTrans" cxnId="{0E35BD7C-91D4-40C3-A139-88B52DAA746C}">
      <dgm:prSet/>
      <dgm:spPr/>
      <dgm:t>
        <a:bodyPr/>
        <a:lstStyle/>
        <a:p>
          <a:endParaRPr lang="en-US"/>
        </a:p>
      </dgm:t>
    </dgm:pt>
    <dgm:pt modelId="{CE823E81-96B3-4235-8FA4-7C30B63107D4}" type="sibTrans" cxnId="{0E35BD7C-91D4-40C3-A139-88B52DAA746C}">
      <dgm:prSet/>
      <dgm:spPr/>
      <dgm:t>
        <a:bodyPr/>
        <a:lstStyle/>
        <a:p>
          <a:endParaRPr lang="en-US"/>
        </a:p>
      </dgm:t>
    </dgm:pt>
    <dgm:pt modelId="{1DCF7310-7A83-4B79-B752-D879038E7AC4}">
      <dgm:prSet/>
      <dgm:spPr/>
      <dgm:t>
        <a:bodyPr/>
        <a:lstStyle/>
        <a:p>
          <a:r>
            <a:rPr lang="en-US"/>
            <a:t>Leverage automation for continuous learning so that you can stay relevant in the workplace!</a:t>
          </a:r>
        </a:p>
      </dgm:t>
    </dgm:pt>
    <dgm:pt modelId="{8EC65DFD-550A-4E9E-B483-497562576B45}" type="parTrans" cxnId="{EF6E5055-78B7-4A55-8269-869CE328E16B}">
      <dgm:prSet/>
      <dgm:spPr/>
      <dgm:t>
        <a:bodyPr/>
        <a:lstStyle/>
        <a:p>
          <a:endParaRPr lang="en-US"/>
        </a:p>
      </dgm:t>
    </dgm:pt>
    <dgm:pt modelId="{101EF0D5-7554-4E90-9BFC-F71310D5D5E5}" type="sibTrans" cxnId="{EF6E5055-78B7-4A55-8269-869CE328E16B}">
      <dgm:prSet/>
      <dgm:spPr/>
      <dgm:t>
        <a:bodyPr/>
        <a:lstStyle/>
        <a:p>
          <a:endParaRPr lang="en-US"/>
        </a:p>
      </dgm:t>
    </dgm:pt>
    <dgm:pt modelId="{1829D8F5-A6A6-4542-BB85-5497FBC5D00D}" type="pres">
      <dgm:prSet presAssocID="{3FD351B2-1FE4-4B23-B2B2-96CDF003A74B}" presName="outerComposite" presStyleCnt="0">
        <dgm:presLayoutVars>
          <dgm:chMax val="5"/>
          <dgm:dir/>
          <dgm:resizeHandles val="exact"/>
        </dgm:presLayoutVars>
      </dgm:prSet>
      <dgm:spPr/>
    </dgm:pt>
    <dgm:pt modelId="{F46B41B2-60A0-416A-A749-E3EB8EC2E604}" type="pres">
      <dgm:prSet presAssocID="{3FD351B2-1FE4-4B23-B2B2-96CDF003A74B}" presName="dummyMaxCanvas" presStyleCnt="0">
        <dgm:presLayoutVars/>
      </dgm:prSet>
      <dgm:spPr/>
    </dgm:pt>
    <dgm:pt modelId="{21235290-8733-4117-8CB9-E50472404BF2}" type="pres">
      <dgm:prSet presAssocID="{3FD351B2-1FE4-4B23-B2B2-96CDF003A74B}" presName="FourNodes_1" presStyleLbl="node1" presStyleIdx="0" presStyleCnt="4">
        <dgm:presLayoutVars>
          <dgm:bulletEnabled val="1"/>
        </dgm:presLayoutVars>
      </dgm:prSet>
      <dgm:spPr/>
    </dgm:pt>
    <dgm:pt modelId="{DE4FB2EC-6160-419E-B533-ADF76A5F9E5F}" type="pres">
      <dgm:prSet presAssocID="{3FD351B2-1FE4-4B23-B2B2-96CDF003A74B}" presName="FourNodes_2" presStyleLbl="node1" presStyleIdx="1" presStyleCnt="4">
        <dgm:presLayoutVars>
          <dgm:bulletEnabled val="1"/>
        </dgm:presLayoutVars>
      </dgm:prSet>
      <dgm:spPr/>
    </dgm:pt>
    <dgm:pt modelId="{43178688-F13E-4D3F-83C5-F3F75CDE9223}" type="pres">
      <dgm:prSet presAssocID="{3FD351B2-1FE4-4B23-B2B2-96CDF003A74B}" presName="FourNodes_3" presStyleLbl="node1" presStyleIdx="2" presStyleCnt="4">
        <dgm:presLayoutVars>
          <dgm:bulletEnabled val="1"/>
        </dgm:presLayoutVars>
      </dgm:prSet>
      <dgm:spPr/>
    </dgm:pt>
    <dgm:pt modelId="{C9174252-23BD-4241-8832-763ECB8DE9C9}" type="pres">
      <dgm:prSet presAssocID="{3FD351B2-1FE4-4B23-B2B2-96CDF003A74B}" presName="FourNodes_4" presStyleLbl="node1" presStyleIdx="3" presStyleCnt="4">
        <dgm:presLayoutVars>
          <dgm:bulletEnabled val="1"/>
        </dgm:presLayoutVars>
      </dgm:prSet>
      <dgm:spPr/>
    </dgm:pt>
    <dgm:pt modelId="{54E6D879-BE6D-4231-B236-FE176B272E0E}" type="pres">
      <dgm:prSet presAssocID="{3FD351B2-1FE4-4B23-B2B2-96CDF003A74B}" presName="FourConn_1-2" presStyleLbl="fgAccFollowNode1" presStyleIdx="0" presStyleCnt="3">
        <dgm:presLayoutVars>
          <dgm:bulletEnabled val="1"/>
        </dgm:presLayoutVars>
      </dgm:prSet>
      <dgm:spPr/>
    </dgm:pt>
    <dgm:pt modelId="{D7A26EFE-05B5-4378-A251-F34F4C0F7091}" type="pres">
      <dgm:prSet presAssocID="{3FD351B2-1FE4-4B23-B2B2-96CDF003A74B}" presName="FourConn_2-3" presStyleLbl="fgAccFollowNode1" presStyleIdx="1" presStyleCnt="3">
        <dgm:presLayoutVars>
          <dgm:bulletEnabled val="1"/>
        </dgm:presLayoutVars>
      </dgm:prSet>
      <dgm:spPr/>
    </dgm:pt>
    <dgm:pt modelId="{222FE97B-4127-4F94-9E57-5B5B8818213D}" type="pres">
      <dgm:prSet presAssocID="{3FD351B2-1FE4-4B23-B2B2-96CDF003A74B}" presName="FourConn_3-4" presStyleLbl="fgAccFollowNode1" presStyleIdx="2" presStyleCnt="3">
        <dgm:presLayoutVars>
          <dgm:bulletEnabled val="1"/>
        </dgm:presLayoutVars>
      </dgm:prSet>
      <dgm:spPr/>
    </dgm:pt>
    <dgm:pt modelId="{1BF6353E-F1DB-4B03-B3AD-1971907F8819}" type="pres">
      <dgm:prSet presAssocID="{3FD351B2-1FE4-4B23-B2B2-96CDF003A74B}" presName="FourNodes_1_text" presStyleLbl="node1" presStyleIdx="3" presStyleCnt="4">
        <dgm:presLayoutVars>
          <dgm:bulletEnabled val="1"/>
        </dgm:presLayoutVars>
      </dgm:prSet>
      <dgm:spPr/>
    </dgm:pt>
    <dgm:pt modelId="{2D5A8A30-9E02-4613-B631-8112194FD682}" type="pres">
      <dgm:prSet presAssocID="{3FD351B2-1FE4-4B23-B2B2-96CDF003A74B}" presName="FourNodes_2_text" presStyleLbl="node1" presStyleIdx="3" presStyleCnt="4">
        <dgm:presLayoutVars>
          <dgm:bulletEnabled val="1"/>
        </dgm:presLayoutVars>
      </dgm:prSet>
      <dgm:spPr/>
    </dgm:pt>
    <dgm:pt modelId="{480A5951-2365-45B3-AA72-6488D0CB3EB5}" type="pres">
      <dgm:prSet presAssocID="{3FD351B2-1FE4-4B23-B2B2-96CDF003A74B}" presName="FourNodes_3_text" presStyleLbl="node1" presStyleIdx="3" presStyleCnt="4">
        <dgm:presLayoutVars>
          <dgm:bulletEnabled val="1"/>
        </dgm:presLayoutVars>
      </dgm:prSet>
      <dgm:spPr/>
    </dgm:pt>
    <dgm:pt modelId="{6DF260D7-D962-4327-851D-D25A10658775}" type="pres">
      <dgm:prSet presAssocID="{3FD351B2-1FE4-4B23-B2B2-96CDF003A74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A1B332A-DA16-44E1-802D-F411784C946E}" type="presOf" srcId="{1DCF7310-7A83-4B79-B752-D879038E7AC4}" destId="{C9174252-23BD-4241-8832-763ECB8DE9C9}" srcOrd="0" destOrd="0" presId="urn:microsoft.com/office/officeart/2005/8/layout/vProcess5"/>
    <dgm:cxn modelId="{71F2004B-07B9-434B-B36B-BA0A88624354}" type="presOf" srcId="{1BD5C933-F3C0-40C2-A92D-CED9CC33BE3F}" destId="{480A5951-2365-45B3-AA72-6488D0CB3EB5}" srcOrd="1" destOrd="0" presId="urn:microsoft.com/office/officeart/2005/8/layout/vProcess5"/>
    <dgm:cxn modelId="{C028F66E-767E-495D-8508-C997203218BC}" type="presOf" srcId="{18342E1B-208E-46D6-9AE6-1CA116EA6198}" destId="{1BF6353E-F1DB-4B03-B3AD-1971907F8819}" srcOrd="1" destOrd="0" presId="urn:microsoft.com/office/officeart/2005/8/layout/vProcess5"/>
    <dgm:cxn modelId="{EF6E5055-78B7-4A55-8269-869CE328E16B}" srcId="{3FD351B2-1FE4-4B23-B2B2-96CDF003A74B}" destId="{1DCF7310-7A83-4B79-B752-D879038E7AC4}" srcOrd="3" destOrd="0" parTransId="{8EC65DFD-550A-4E9E-B483-497562576B45}" sibTransId="{101EF0D5-7554-4E90-9BFC-F71310D5D5E5}"/>
    <dgm:cxn modelId="{0E35BD7C-91D4-40C3-A139-88B52DAA746C}" srcId="{3FD351B2-1FE4-4B23-B2B2-96CDF003A74B}" destId="{1BD5C933-F3C0-40C2-A92D-CED9CC33BE3F}" srcOrd="2" destOrd="0" parTransId="{D667DB60-6949-4B14-8079-6A3D195C34BA}" sibTransId="{CE823E81-96B3-4235-8FA4-7C30B63107D4}"/>
    <dgm:cxn modelId="{31FFC67E-5595-4C35-A191-863B02AD1291}" srcId="{3FD351B2-1FE4-4B23-B2B2-96CDF003A74B}" destId="{18342E1B-208E-46D6-9AE6-1CA116EA6198}" srcOrd="0" destOrd="0" parTransId="{022E1910-0955-47C0-A71F-2B4000334A68}" sibTransId="{75F77F0F-09C6-4234-8672-43B7A9143B19}"/>
    <dgm:cxn modelId="{AF6A74AE-6D94-473D-B14B-FE8E926DA205}" type="presOf" srcId="{80D72FC1-0E1C-42E8-91D9-F293028FD9F9}" destId="{D7A26EFE-05B5-4378-A251-F34F4C0F7091}" srcOrd="0" destOrd="0" presId="urn:microsoft.com/office/officeart/2005/8/layout/vProcess5"/>
    <dgm:cxn modelId="{701D77B0-ED75-45D1-99B5-0D9C2BEFB0E6}" type="presOf" srcId="{75F77F0F-09C6-4234-8672-43B7A9143B19}" destId="{54E6D879-BE6D-4231-B236-FE176B272E0E}" srcOrd="0" destOrd="0" presId="urn:microsoft.com/office/officeart/2005/8/layout/vProcess5"/>
    <dgm:cxn modelId="{D20E7CB0-45D1-4D49-854D-87DE8F1013BA}" type="presOf" srcId="{DF4D9FD1-BE09-4822-B75B-EDE81B66D3EE}" destId="{2D5A8A30-9E02-4613-B631-8112194FD682}" srcOrd="1" destOrd="0" presId="urn:microsoft.com/office/officeart/2005/8/layout/vProcess5"/>
    <dgm:cxn modelId="{58B1B6C0-414A-4988-801B-393A9ED0303A}" type="presOf" srcId="{1DCF7310-7A83-4B79-B752-D879038E7AC4}" destId="{6DF260D7-D962-4327-851D-D25A10658775}" srcOrd="1" destOrd="0" presId="urn:microsoft.com/office/officeart/2005/8/layout/vProcess5"/>
    <dgm:cxn modelId="{9DF42BC7-296E-4C16-8A5A-00E9C9BE460D}" type="presOf" srcId="{1BD5C933-F3C0-40C2-A92D-CED9CC33BE3F}" destId="{43178688-F13E-4D3F-83C5-F3F75CDE9223}" srcOrd="0" destOrd="0" presId="urn:microsoft.com/office/officeart/2005/8/layout/vProcess5"/>
    <dgm:cxn modelId="{F639B6C8-6AE7-49E4-9C8E-C544225AB139}" type="presOf" srcId="{3FD351B2-1FE4-4B23-B2B2-96CDF003A74B}" destId="{1829D8F5-A6A6-4542-BB85-5497FBC5D00D}" srcOrd="0" destOrd="0" presId="urn:microsoft.com/office/officeart/2005/8/layout/vProcess5"/>
    <dgm:cxn modelId="{1EE097DB-5729-479B-8B2B-17CF359FD404}" type="presOf" srcId="{18342E1B-208E-46D6-9AE6-1CA116EA6198}" destId="{21235290-8733-4117-8CB9-E50472404BF2}" srcOrd="0" destOrd="0" presId="urn:microsoft.com/office/officeart/2005/8/layout/vProcess5"/>
    <dgm:cxn modelId="{8412E7EC-F60B-4D8E-9ABD-6D8061BD5D75}" type="presOf" srcId="{DF4D9FD1-BE09-4822-B75B-EDE81B66D3EE}" destId="{DE4FB2EC-6160-419E-B533-ADF76A5F9E5F}" srcOrd="0" destOrd="0" presId="urn:microsoft.com/office/officeart/2005/8/layout/vProcess5"/>
    <dgm:cxn modelId="{6683A3EE-6A02-4B4E-8C31-FC646397F691}" type="presOf" srcId="{CE823E81-96B3-4235-8FA4-7C30B63107D4}" destId="{222FE97B-4127-4F94-9E57-5B5B8818213D}" srcOrd="0" destOrd="0" presId="urn:microsoft.com/office/officeart/2005/8/layout/vProcess5"/>
    <dgm:cxn modelId="{10B965FA-B535-4B8A-9A32-19D84AA5714A}" srcId="{3FD351B2-1FE4-4B23-B2B2-96CDF003A74B}" destId="{DF4D9FD1-BE09-4822-B75B-EDE81B66D3EE}" srcOrd="1" destOrd="0" parTransId="{4DA08449-53A3-46FF-9254-F2FB8A62528F}" sibTransId="{80D72FC1-0E1C-42E8-91D9-F293028FD9F9}"/>
    <dgm:cxn modelId="{59DF103A-117D-4496-A6F6-99E3BEE08E09}" type="presParOf" srcId="{1829D8F5-A6A6-4542-BB85-5497FBC5D00D}" destId="{F46B41B2-60A0-416A-A749-E3EB8EC2E604}" srcOrd="0" destOrd="0" presId="urn:microsoft.com/office/officeart/2005/8/layout/vProcess5"/>
    <dgm:cxn modelId="{B0AEB81D-DEBE-456E-B10A-5BA187EF632B}" type="presParOf" srcId="{1829D8F5-A6A6-4542-BB85-5497FBC5D00D}" destId="{21235290-8733-4117-8CB9-E50472404BF2}" srcOrd="1" destOrd="0" presId="urn:microsoft.com/office/officeart/2005/8/layout/vProcess5"/>
    <dgm:cxn modelId="{2B269C77-8B26-4D1C-9425-82A9906382C9}" type="presParOf" srcId="{1829D8F5-A6A6-4542-BB85-5497FBC5D00D}" destId="{DE4FB2EC-6160-419E-B533-ADF76A5F9E5F}" srcOrd="2" destOrd="0" presId="urn:microsoft.com/office/officeart/2005/8/layout/vProcess5"/>
    <dgm:cxn modelId="{7107952A-AC41-4945-B46D-5E0058B9C1A7}" type="presParOf" srcId="{1829D8F5-A6A6-4542-BB85-5497FBC5D00D}" destId="{43178688-F13E-4D3F-83C5-F3F75CDE9223}" srcOrd="3" destOrd="0" presId="urn:microsoft.com/office/officeart/2005/8/layout/vProcess5"/>
    <dgm:cxn modelId="{19A12C4F-5A96-431B-B590-DB413CC3E032}" type="presParOf" srcId="{1829D8F5-A6A6-4542-BB85-5497FBC5D00D}" destId="{C9174252-23BD-4241-8832-763ECB8DE9C9}" srcOrd="4" destOrd="0" presId="urn:microsoft.com/office/officeart/2005/8/layout/vProcess5"/>
    <dgm:cxn modelId="{DCA7B4DC-2950-4C8D-AB7C-D7E5D3C9D24B}" type="presParOf" srcId="{1829D8F5-A6A6-4542-BB85-5497FBC5D00D}" destId="{54E6D879-BE6D-4231-B236-FE176B272E0E}" srcOrd="5" destOrd="0" presId="urn:microsoft.com/office/officeart/2005/8/layout/vProcess5"/>
    <dgm:cxn modelId="{46C16F52-EB81-4A45-89E6-76887C84CE0E}" type="presParOf" srcId="{1829D8F5-A6A6-4542-BB85-5497FBC5D00D}" destId="{D7A26EFE-05B5-4378-A251-F34F4C0F7091}" srcOrd="6" destOrd="0" presId="urn:microsoft.com/office/officeart/2005/8/layout/vProcess5"/>
    <dgm:cxn modelId="{C55EA08E-DEB5-4AD9-90D2-B150414D5A60}" type="presParOf" srcId="{1829D8F5-A6A6-4542-BB85-5497FBC5D00D}" destId="{222FE97B-4127-4F94-9E57-5B5B8818213D}" srcOrd="7" destOrd="0" presId="urn:microsoft.com/office/officeart/2005/8/layout/vProcess5"/>
    <dgm:cxn modelId="{B0DE382F-6A93-4D3C-ADB5-27A3DBFD2FC0}" type="presParOf" srcId="{1829D8F5-A6A6-4542-BB85-5497FBC5D00D}" destId="{1BF6353E-F1DB-4B03-B3AD-1971907F8819}" srcOrd="8" destOrd="0" presId="urn:microsoft.com/office/officeart/2005/8/layout/vProcess5"/>
    <dgm:cxn modelId="{E4058C3B-3223-4DC7-B53F-A6F0241FD055}" type="presParOf" srcId="{1829D8F5-A6A6-4542-BB85-5497FBC5D00D}" destId="{2D5A8A30-9E02-4613-B631-8112194FD682}" srcOrd="9" destOrd="0" presId="urn:microsoft.com/office/officeart/2005/8/layout/vProcess5"/>
    <dgm:cxn modelId="{C716E5A1-7901-4BA4-A49F-8E8786617CE8}" type="presParOf" srcId="{1829D8F5-A6A6-4542-BB85-5497FBC5D00D}" destId="{480A5951-2365-45B3-AA72-6488D0CB3EB5}" srcOrd="10" destOrd="0" presId="urn:microsoft.com/office/officeart/2005/8/layout/vProcess5"/>
    <dgm:cxn modelId="{7E40067A-4FBB-40EF-96ED-708F881DFF0E}" type="presParOf" srcId="{1829D8F5-A6A6-4542-BB85-5497FBC5D00D}" destId="{6DF260D7-D962-4327-851D-D25A1065877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70780E-E87D-4DDF-8574-431978FD5A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AA41B7-2CB1-40B4-8BEE-6D5DA536C476}">
      <dgm:prSet/>
      <dgm:spPr/>
      <dgm:t>
        <a:bodyPr/>
        <a:lstStyle/>
        <a:p>
          <a:r>
            <a:rPr lang="en-US">
              <a:solidFill>
                <a:srgbClr val="FF0000"/>
              </a:solidFill>
            </a:rPr>
            <a:t>Ethical </a:t>
          </a:r>
          <a:r>
            <a:rPr lang="en-US"/>
            <a:t>considerations of AI and automation in the workplace.</a:t>
          </a:r>
        </a:p>
      </dgm:t>
    </dgm:pt>
    <dgm:pt modelId="{F6BF8311-BA35-4738-AE80-9100E8B4BAB2}" type="parTrans" cxnId="{B6B2CD58-2533-4E00-B45C-CB8DBD539640}">
      <dgm:prSet/>
      <dgm:spPr/>
      <dgm:t>
        <a:bodyPr/>
        <a:lstStyle/>
        <a:p>
          <a:endParaRPr lang="en-US"/>
        </a:p>
      </dgm:t>
    </dgm:pt>
    <dgm:pt modelId="{3D0F0957-E1AB-4AE5-8B04-6ED68769E977}" type="sibTrans" cxnId="{B6B2CD58-2533-4E00-B45C-CB8DBD539640}">
      <dgm:prSet/>
      <dgm:spPr/>
      <dgm:t>
        <a:bodyPr/>
        <a:lstStyle/>
        <a:p>
          <a:endParaRPr lang="en-US"/>
        </a:p>
      </dgm:t>
    </dgm:pt>
    <dgm:pt modelId="{1D3EF7A8-4180-47E3-B9E0-A06D7EEA2C44}">
      <dgm:prSet/>
      <dgm:spPr/>
      <dgm:t>
        <a:bodyPr/>
        <a:lstStyle/>
        <a:p>
          <a:r>
            <a:rPr lang="en-US"/>
            <a:t>Constant </a:t>
          </a:r>
          <a:r>
            <a:rPr lang="en-US">
              <a:solidFill>
                <a:srgbClr val="7030A0"/>
              </a:solidFill>
            </a:rPr>
            <a:t>Redefinition </a:t>
          </a:r>
          <a:r>
            <a:rPr lang="en-US"/>
            <a:t>of Job Roles.</a:t>
          </a:r>
        </a:p>
      </dgm:t>
    </dgm:pt>
    <dgm:pt modelId="{3F21ED95-8897-4145-9184-98D6D9D28298}" type="parTrans" cxnId="{D9963B82-6516-4992-88BA-ADC30D9D066B}">
      <dgm:prSet/>
      <dgm:spPr/>
      <dgm:t>
        <a:bodyPr/>
        <a:lstStyle/>
        <a:p>
          <a:endParaRPr lang="en-US"/>
        </a:p>
      </dgm:t>
    </dgm:pt>
    <dgm:pt modelId="{D1B80C0E-BCEA-45FE-84A5-A75741C11265}" type="sibTrans" cxnId="{D9963B82-6516-4992-88BA-ADC30D9D066B}">
      <dgm:prSet/>
      <dgm:spPr/>
      <dgm:t>
        <a:bodyPr/>
        <a:lstStyle/>
        <a:p>
          <a:endParaRPr lang="en-US"/>
        </a:p>
      </dgm:t>
    </dgm:pt>
    <dgm:pt modelId="{E0FDA6D6-9FB0-49D7-B376-7AB1EFE1F758}">
      <dgm:prSet/>
      <dgm:spPr/>
      <dgm:t>
        <a:bodyPr/>
        <a:lstStyle/>
        <a:p>
          <a:r>
            <a:rPr lang="en-US"/>
            <a:t>AI Human </a:t>
          </a:r>
          <a:r>
            <a:rPr lang="en-US">
              <a:solidFill>
                <a:srgbClr val="00B050"/>
              </a:solidFill>
            </a:rPr>
            <a:t>Collaboration</a:t>
          </a:r>
          <a:r>
            <a:rPr lang="en-US"/>
            <a:t>.</a:t>
          </a:r>
        </a:p>
      </dgm:t>
    </dgm:pt>
    <dgm:pt modelId="{EA3840D9-474D-479D-9A65-80C403EB51EF}" type="parTrans" cxnId="{CA4662F7-82E9-434F-9ED0-39EFC990E546}">
      <dgm:prSet/>
      <dgm:spPr/>
      <dgm:t>
        <a:bodyPr/>
        <a:lstStyle/>
        <a:p>
          <a:endParaRPr lang="en-US"/>
        </a:p>
      </dgm:t>
    </dgm:pt>
    <dgm:pt modelId="{EFA93AE7-43F4-4A93-A107-3B98CB5595E2}" type="sibTrans" cxnId="{CA4662F7-82E9-434F-9ED0-39EFC990E546}">
      <dgm:prSet/>
      <dgm:spPr/>
      <dgm:t>
        <a:bodyPr/>
        <a:lstStyle/>
        <a:p>
          <a:endParaRPr lang="en-US"/>
        </a:p>
      </dgm:t>
    </dgm:pt>
    <dgm:pt modelId="{5329C54A-8B20-46F9-961F-89E014E16AD9}">
      <dgm:prSet/>
      <dgm:spPr/>
      <dgm:t>
        <a:bodyPr/>
        <a:lstStyle/>
        <a:p>
          <a:r>
            <a:rPr lang="en-US">
              <a:solidFill>
                <a:srgbClr val="C00000"/>
              </a:solidFill>
            </a:rPr>
            <a:t>Societal </a:t>
          </a:r>
          <a:r>
            <a:rPr lang="en-US"/>
            <a:t>Impactful Use Case of Automation and AI</a:t>
          </a:r>
        </a:p>
      </dgm:t>
    </dgm:pt>
    <dgm:pt modelId="{5884582B-5687-430D-B898-C070D24A03B3}" type="parTrans" cxnId="{CCB86998-6259-4063-A74F-77017DE67D00}">
      <dgm:prSet/>
      <dgm:spPr/>
      <dgm:t>
        <a:bodyPr/>
        <a:lstStyle/>
        <a:p>
          <a:endParaRPr lang="en-US"/>
        </a:p>
      </dgm:t>
    </dgm:pt>
    <dgm:pt modelId="{8D60F0DB-DDE3-43FA-8003-A847F3564360}" type="sibTrans" cxnId="{CCB86998-6259-4063-A74F-77017DE67D00}">
      <dgm:prSet/>
      <dgm:spPr/>
      <dgm:t>
        <a:bodyPr/>
        <a:lstStyle/>
        <a:p>
          <a:endParaRPr lang="en-US"/>
        </a:p>
      </dgm:t>
    </dgm:pt>
    <dgm:pt modelId="{7D341B76-EC1D-471A-8B69-68EEFFA168E8}" type="pres">
      <dgm:prSet presAssocID="{D170780E-E87D-4DDF-8574-431978FD5AF2}" presName="root" presStyleCnt="0">
        <dgm:presLayoutVars>
          <dgm:dir/>
          <dgm:resizeHandles val="exact"/>
        </dgm:presLayoutVars>
      </dgm:prSet>
      <dgm:spPr/>
    </dgm:pt>
    <dgm:pt modelId="{0D803865-62BF-435C-ACCB-B90A79817FA5}" type="pres">
      <dgm:prSet presAssocID="{EAAA41B7-2CB1-40B4-8BEE-6D5DA536C476}" presName="compNode" presStyleCnt="0"/>
      <dgm:spPr/>
    </dgm:pt>
    <dgm:pt modelId="{AB081365-3828-47C3-96B2-89F016CD4070}" type="pres">
      <dgm:prSet presAssocID="{EAAA41B7-2CB1-40B4-8BEE-6D5DA536C476}" presName="bgRect" presStyleLbl="bgShp" presStyleIdx="0" presStyleCnt="4"/>
      <dgm:spPr/>
    </dgm:pt>
    <dgm:pt modelId="{45C6AE0E-89B6-4A69-AD61-76C9ED0E23C6}" type="pres">
      <dgm:prSet presAssocID="{EAAA41B7-2CB1-40B4-8BEE-6D5DA536C47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67F3A6A-CFDD-4E8D-BE20-7FD2D51FA100}" type="pres">
      <dgm:prSet presAssocID="{EAAA41B7-2CB1-40B4-8BEE-6D5DA536C476}" presName="spaceRect" presStyleCnt="0"/>
      <dgm:spPr/>
    </dgm:pt>
    <dgm:pt modelId="{BB3FDD2B-A2C3-4069-B965-FD80A1DF7FE3}" type="pres">
      <dgm:prSet presAssocID="{EAAA41B7-2CB1-40B4-8BEE-6D5DA536C476}" presName="parTx" presStyleLbl="revTx" presStyleIdx="0" presStyleCnt="4">
        <dgm:presLayoutVars>
          <dgm:chMax val="0"/>
          <dgm:chPref val="0"/>
        </dgm:presLayoutVars>
      </dgm:prSet>
      <dgm:spPr/>
    </dgm:pt>
    <dgm:pt modelId="{600F2B9C-F82A-458C-9693-A5645CC9AD80}" type="pres">
      <dgm:prSet presAssocID="{3D0F0957-E1AB-4AE5-8B04-6ED68769E977}" presName="sibTrans" presStyleCnt="0"/>
      <dgm:spPr/>
    </dgm:pt>
    <dgm:pt modelId="{D354EBD2-9BAA-43D1-B0E9-54A1CB0F224A}" type="pres">
      <dgm:prSet presAssocID="{1D3EF7A8-4180-47E3-B9E0-A06D7EEA2C44}" presName="compNode" presStyleCnt="0"/>
      <dgm:spPr/>
    </dgm:pt>
    <dgm:pt modelId="{AC3C4AE8-7F3D-4A10-9928-484A12AAB83E}" type="pres">
      <dgm:prSet presAssocID="{1D3EF7A8-4180-47E3-B9E0-A06D7EEA2C44}" presName="bgRect" presStyleLbl="bgShp" presStyleIdx="1" presStyleCnt="4"/>
      <dgm:spPr/>
    </dgm:pt>
    <dgm:pt modelId="{B822C2F7-0FFF-4E42-82CD-E01F15C92D6D}" type="pres">
      <dgm:prSet presAssocID="{1D3EF7A8-4180-47E3-B9E0-A06D7EEA2C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68A28D5A-7C12-4ABB-BEB1-5A3E6E379694}" type="pres">
      <dgm:prSet presAssocID="{1D3EF7A8-4180-47E3-B9E0-A06D7EEA2C44}" presName="spaceRect" presStyleCnt="0"/>
      <dgm:spPr/>
    </dgm:pt>
    <dgm:pt modelId="{E243E256-737C-448C-904A-C9634B849A8C}" type="pres">
      <dgm:prSet presAssocID="{1D3EF7A8-4180-47E3-B9E0-A06D7EEA2C44}" presName="parTx" presStyleLbl="revTx" presStyleIdx="1" presStyleCnt="4">
        <dgm:presLayoutVars>
          <dgm:chMax val="0"/>
          <dgm:chPref val="0"/>
        </dgm:presLayoutVars>
      </dgm:prSet>
      <dgm:spPr/>
    </dgm:pt>
    <dgm:pt modelId="{2E0EEA40-6F50-49CD-8576-F763DF17A8EF}" type="pres">
      <dgm:prSet presAssocID="{D1B80C0E-BCEA-45FE-84A5-A75741C11265}" presName="sibTrans" presStyleCnt="0"/>
      <dgm:spPr/>
    </dgm:pt>
    <dgm:pt modelId="{6F33833D-E22B-4CCF-9BB3-8B18E44E57BD}" type="pres">
      <dgm:prSet presAssocID="{E0FDA6D6-9FB0-49D7-B376-7AB1EFE1F758}" presName="compNode" presStyleCnt="0"/>
      <dgm:spPr/>
    </dgm:pt>
    <dgm:pt modelId="{B25A0EF2-E91D-4DCE-AD4D-4D47B0F8844B}" type="pres">
      <dgm:prSet presAssocID="{E0FDA6D6-9FB0-49D7-B376-7AB1EFE1F758}" presName="bgRect" presStyleLbl="bgShp" presStyleIdx="2" presStyleCnt="4"/>
      <dgm:spPr/>
    </dgm:pt>
    <dgm:pt modelId="{55CFE6C6-471F-4B20-B03B-169183816E3D}" type="pres">
      <dgm:prSet presAssocID="{E0FDA6D6-9FB0-49D7-B376-7AB1EFE1F7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63F396-5CF1-4F12-A7F7-4836344AD96C}" type="pres">
      <dgm:prSet presAssocID="{E0FDA6D6-9FB0-49D7-B376-7AB1EFE1F758}" presName="spaceRect" presStyleCnt="0"/>
      <dgm:spPr/>
    </dgm:pt>
    <dgm:pt modelId="{62DC2ADE-215A-4472-A220-2B69956E60CD}" type="pres">
      <dgm:prSet presAssocID="{E0FDA6D6-9FB0-49D7-B376-7AB1EFE1F758}" presName="parTx" presStyleLbl="revTx" presStyleIdx="2" presStyleCnt="4">
        <dgm:presLayoutVars>
          <dgm:chMax val="0"/>
          <dgm:chPref val="0"/>
        </dgm:presLayoutVars>
      </dgm:prSet>
      <dgm:spPr/>
    </dgm:pt>
    <dgm:pt modelId="{26480D86-61B7-4D43-8253-5D3B33B6B7D6}" type="pres">
      <dgm:prSet presAssocID="{EFA93AE7-43F4-4A93-A107-3B98CB5595E2}" presName="sibTrans" presStyleCnt="0"/>
      <dgm:spPr/>
    </dgm:pt>
    <dgm:pt modelId="{5E06497B-80E6-4CCD-998E-9C7F685BE2C7}" type="pres">
      <dgm:prSet presAssocID="{5329C54A-8B20-46F9-961F-89E014E16AD9}" presName="compNode" presStyleCnt="0"/>
      <dgm:spPr/>
    </dgm:pt>
    <dgm:pt modelId="{E07CF7FF-D5D4-4D7D-A4F6-A4C0A031D043}" type="pres">
      <dgm:prSet presAssocID="{5329C54A-8B20-46F9-961F-89E014E16AD9}" presName="bgRect" presStyleLbl="bgShp" presStyleIdx="3" presStyleCnt="4"/>
      <dgm:spPr/>
    </dgm:pt>
    <dgm:pt modelId="{2DD822DF-310E-4577-A6D4-529103FDA32B}" type="pres">
      <dgm:prSet presAssocID="{5329C54A-8B20-46F9-961F-89E014E16A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A8D6ECF-12D8-483F-A482-DD53F7E88239}" type="pres">
      <dgm:prSet presAssocID="{5329C54A-8B20-46F9-961F-89E014E16AD9}" presName="spaceRect" presStyleCnt="0"/>
      <dgm:spPr/>
    </dgm:pt>
    <dgm:pt modelId="{C525067A-021D-4508-9661-2B052C154965}" type="pres">
      <dgm:prSet presAssocID="{5329C54A-8B20-46F9-961F-89E014E16AD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F186F05-F904-4B5B-A743-09F425DB74DE}" type="presOf" srcId="{5329C54A-8B20-46F9-961F-89E014E16AD9}" destId="{C525067A-021D-4508-9661-2B052C154965}" srcOrd="0" destOrd="0" presId="urn:microsoft.com/office/officeart/2018/2/layout/IconVerticalSolidList"/>
    <dgm:cxn modelId="{6633B231-3690-41D3-9774-87843E34E1CD}" type="presOf" srcId="{1D3EF7A8-4180-47E3-B9E0-A06D7EEA2C44}" destId="{E243E256-737C-448C-904A-C9634B849A8C}" srcOrd="0" destOrd="0" presId="urn:microsoft.com/office/officeart/2018/2/layout/IconVerticalSolidList"/>
    <dgm:cxn modelId="{B6B2CD58-2533-4E00-B45C-CB8DBD539640}" srcId="{D170780E-E87D-4DDF-8574-431978FD5AF2}" destId="{EAAA41B7-2CB1-40B4-8BEE-6D5DA536C476}" srcOrd="0" destOrd="0" parTransId="{F6BF8311-BA35-4738-AE80-9100E8B4BAB2}" sibTransId="{3D0F0957-E1AB-4AE5-8B04-6ED68769E977}"/>
    <dgm:cxn modelId="{D9963B82-6516-4992-88BA-ADC30D9D066B}" srcId="{D170780E-E87D-4DDF-8574-431978FD5AF2}" destId="{1D3EF7A8-4180-47E3-B9E0-A06D7EEA2C44}" srcOrd="1" destOrd="0" parTransId="{3F21ED95-8897-4145-9184-98D6D9D28298}" sibTransId="{D1B80C0E-BCEA-45FE-84A5-A75741C11265}"/>
    <dgm:cxn modelId="{DB63DB82-7D24-4D5C-B3EC-4D4BE62C955F}" type="presOf" srcId="{EAAA41B7-2CB1-40B4-8BEE-6D5DA536C476}" destId="{BB3FDD2B-A2C3-4069-B965-FD80A1DF7FE3}" srcOrd="0" destOrd="0" presId="urn:microsoft.com/office/officeart/2018/2/layout/IconVerticalSolidList"/>
    <dgm:cxn modelId="{CCB86998-6259-4063-A74F-77017DE67D00}" srcId="{D170780E-E87D-4DDF-8574-431978FD5AF2}" destId="{5329C54A-8B20-46F9-961F-89E014E16AD9}" srcOrd="3" destOrd="0" parTransId="{5884582B-5687-430D-B898-C070D24A03B3}" sibTransId="{8D60F0DB-DDE3-43FA-8003-A847F3564360}"/>
    <dgm:cxn modelId="{DA5268CC-C482-4BA3-9509-7499CEA0CC04}" type="presOf" srcId="{D170780E-E87D-4DDF-8574-431978FD5AF2}" destId="{7D341B76-EC1D-471A-8B69-68EEFFA168E8}" srcOrd="0" destOrd="0" presId="urn:microsoft.com/office/officeart/2018/2/layout/IconVerticalSolidList"/>
    <dgm:cxn modelId="{E1C2F5E8-F291-4C64-9985-433D518B24A8}" type="presOf" srcId="{E0FDA6D6-9FB0-49D7-B376-7AB1EFE1F758}" destId="{62DC2ADE-215A-4472-A220-2B69956E60CD}" srcOrd="0" destOrd="0" presId="urn:microsoft.com/office/officeart/2018/2/layout/IconVerticalSolidList"/>
    <dgm:cxn modelId="{CA4662F7-82E9-434F-9ED0-39EFC990E546}" srcId="{D170780E-E87D-4DDF-8574-431978FD5AF2}" destId="{E0FDA6D6-9FB0-49D7-B376-7AB1EFE1F758}" srcOrd="2" destOrd="0" parTransId="{EA3840D9-474D-479D-9A65-80C403EB51EF}" sibTransId="{EFA93AE7-43F4-4A93-A107-3B98CB5595E2}"/>
    <dgm:cxn modelId="{4D465007-95B8-4981-8C05-B75F2AE2C4AA}" type="presParOf" srcId="{7D341B76-EC1D-471A-8B69-68EEFFA168E8}" destId="{0D803865-62BF-435C-ACCB-B90A79817FA5}" srcOrd="0" destOrd="0" presId="urn:microsoft.com/office/officeart/2018/2/layout/IconVerticalSolidList"/>
    <dgm:cxn modelId="{D79EDA8E-736C-4C0B-A307-3BBE64740E20}" type="presParOf" srcId="{0D803865-62BF-435C-ACCB-B90A79817FA5}" destId="{AB081365-3828-47C3-96B2-89F016CD4070}" srcOrd="0" destOrd="0" presId="urn:microsoft.com/office/officeart/2018/2/layout/IconVerticalSolidList"/>
    <dgm:cxn modelId="{C55FD98C-F350-469D-B1AA-49B0169DB9A4}" type="presParOf" srcId="{0D803865-62BF-435C-ACCB-B90A79817FA5}" destId="{45C6AE0E-89B6-4A69-AD61-76C9ED0E23C6}" srcOrd="1" destOrd="0" presId="urn:microsoft.com/office/officeart/2018/2/layout/IconVerticalSolidList"/>
    <dgm:cxn modelId="{B485C83B-F1DB-4668-ACBB-81187C5C6F7F}" type="presParOf" srcId="{0D803865-62BF-435C-ACCB-B90A79817FA5}" destId="{567F3A6A-CFDD-4E8D-BE20-7FD2D51FA100}" srcOrd="2" destOrd="0" presId="urn:microsoft.com/office/officeart/2018/2/layout/IconVerticalSolidList"/>
    <dgm:cxn modelId="{E6848CCA-AB10-4FE2-92EC-8544339A29A3}" type="presParOf" srcId="{0D803865-62BF-435C-ACCB-B90A79817FA5}" destId="{BB3FDD2B-A2C3-4069-B965-FD80A1DF7FE3}" srcOrd="3" destOrd="0" presId="urn:microsoft.com/office/officeart/2018/2/layout/IconVerticalSolidList"/>
    <dgm:cxn modelId="{9D6D5EDC-368E-4420-9DC3-484A60FD841A}" type="presParOf" srcId="{7D341B76-EC1D-471A-8B69-68EEFFA168E8}" destId="{600F2B9C-F82A-458C-9693-A5645CC9AD80}" srcOrd="1" destOrd="0" presId="urn:microsoft.com/office/officeart/2018/2/layout/IconVerticalSolidList"/>
    <dgm:cxn modelId="{063443E0-60AF-4AC0-8A29-A0C13C33C9DC}" type="presParOf" srcId="{7D341B76-EC1D-471A-8B69-68EEFFA168E8}" destId="{D354EBD2-9BAA-43D1-B0E9-54A1CB0F224A}" srcOrd="2" destOrd="0" presId="urn:microsoft.com/office/officeart/2018/2/layout/IconVerticalSolidList"/>
    <dgm:cxn modelId="{AC12F756-3598-46D1-BDB6-678A8EE913CF}" type="presParOf" srcId="{D354EBD2-9BAA-43D1-B0E9-54A1CB0F224A}" destId="{AC3C4AE8-7F3D-4A10-9928-484A12AAB83E}" srcOrd="0" destOrd="0" presId="urn:microsoft.com/office/officeart/2018/2/layout/IconVerticalSolidList"/>
    <dgm:cxn modelId="{FE018C07-5C0E-4DA0-9ED4-DFC52DB57EDD}" type="presParOf" srcId="{D354EBD2-9BAA-43D1-B0E9-54A1CB0F224A}" destId="{B822C2F7-0FFF-4E42-82CD-E01F15C92D6D}" srcOrd="1" destOrd="0" presId="urn:microsoft.com/office/officeart/2018/2/layout/IconVerticalSolidList"/>
    <dgm:cxn modelId="{625F0FD3-561F-4435-9A5A-5DF731CA753C}" type="presParOf" srcId="{D354EBD2-9BAA-43D1-B0E9-54A1CB0F224A}" destId="{68A28D5A-7C12-4ABB-BEB1-5A3E6E379694}" srcOrd="2" destOrd="0" presId="urn:microsoft.com/office/officeart/2018/2/layout/IconVerticalSolidList"/>
    <dgm:cxn modelId="{297F9D67-F925-441D-BA0A-C5FE49AF8A94}" type="presParOf" srcId="{D354EBD2-9BAA-43D1-B0E9-54A1CB0F224A}" destId="{E243E256-737C-448C-904A-C9634B849A8C}" srcOrd="3" destOrd="0" presId="urn:microsoft.com/office/officeart/2018/2/layout/IconVerticalSolidList"/>
    <dgm:cxn modelId="{15960AAE-AE53-4F4B-9541-7B63B574FDB7}" type="presParOf" srcId="{7D341B76-EC1D-471A-8B69-68EEFFA168E8}" destId="{2E0EEA40-6F50-49CD-8576-F763DF17A8EF}" srcOrd="3" destOrd="0" presId="urn:microsoft.com/office/officeart/2018/2/layout/IconVerticalSolidList"/>
    <dgm:cxn modelId="{2EA6383B-C389-45FA-8DA7-C5C926C96148}" type="presParOf" srcId="{7D341B76-EC1D-471A-8B69-68EEFFA168E8}" destId="{6F33833D-E22B-4CCF-9BB3-8B18E44E57BD}" srcOrd="4" destOrd="0" presId="urn:microsoft.com/office/officeart/2018/2/layout/IconVerticalSolidList"/>
    <dgm:cxn modelId="{97E2088F-1FA1-491B-94AC-447620359143}" type="presParOf" srcId="{6F33833D-E22B-4CCF-9BB3-8B18E44E57BD}" destId="{B25A0EF2-E91D-4DCE-AD4D-4D47B0F8844B}" srcOrd="0" destOrd="0" presId="urn:microsoft.com/office/officeart/2018/2/layout/IconVerticalSolidList"/>
    <dgm:cxn modelId="{A87330EA-268F-483B-AE57-61968A0D13D6}" type="presParOf" srcId="{6F33833D-E22B-4CCF-9BB3-8B18E44E57BD}" destId="{55CFE6C6-471F-4B20-B03B-169183816E3D}" srcOrd="1" destOrd="0" presId="urn:microsoft.com/office/officeart/2018/2/layout/IconVerticalSolidList"/>
    <dgm:cxn modelId="{978F0D05-0652-4E1E-9177-7DF012C64FF2}" type="presParOf" srcId="{6F33833D-E22B-4CCF-9BB3-8B18E44E57BD}" destId="{5863F396-5CF1-4F12-A7F7-4836344AD96C}" srcOrd="2" destOrd="0" presId="urn:microsoft.com/office/officeart/2018/2/layout/IconVerticalSolidList"/>
    <dgm:cxn modelId="{6A3EB761-66AF-4349-A862-14DD2CC5D947}" type="presParOf" srcId="{6F33833D-E22B-4CCF-9BB3-8B18E44E57BD}" destId="{62DC2ADE-215A-4472-A220-2B69956E60CD}" srcOrd="3" destOrd="0" presId="urn:microsoft.com/office/officeart/2018/2/layout/IconVerticalSolidList"/>
    <dgm:cxn modelId="{1D3879C5-302A-49F8-9A63-038F324CA119}" type="presParOf" srcId="{7D341B76-EC1D-471A-8B69-68EEFFA168E8}" destId="{26480D86-61B7-4D43-8253-5D3B33B6B7D6}" srcOrd="5" destOrd="0" presId="urn:microsoft.com/office/officeart/2018/2/layout/IconVerticalSolidList"/>
    <dgm:cxn modelId="{F1ED50C9-93BF-4311-96C8-8A3A4C7E846C}" type="presParOf" srcId="{7D341B76-EC1D-471A-8B69-68EEFFA168E8}" destId="{5E06497B-80E6-4CCD-998E-9C7F685BE2C7}" srcOrd="6" destOrd="0" presId="urn:microsoft.com/office/officeart/2018/2/layout/IconVerticalSolidList"/>
    <dgm:cxn modelId="{8FB4072F-BA56-467E-BB9D-DEDE63CE5D9C}" type="presParOf" srcId="{5E06497B-80E6-4CCD-998E-9C7F685BE2C7}" destId="{E07CF7FF-D5D4-4D7D-A4F6-A4C0A031D043}" srcOrd="0" destOrd="0" presId="urn:microsoft.com/office/officeart/2018/2/layout/IconVerticalSolidList"/>
    <dgm:cxn modelId="{2971D732-9D8B-4962-8A1B-949C4A837BD1}" type="presParOf" srcId="{5E06497B-80E6-4CCD-998E-9C7F685BE2C7}" destId="{2DD822DF-310E-4577-A6D4-529103FDA32B}" srcOrd="1" destOrd="0" presId="urn:microsoft.com/office/officeart/2018/2/layout/IconVerticalSolidList"/>
    <dgm:cxn modelId="{91821FC0-64D0-4C8C-B73A-FD61D549B18A}" type="presParOf" srcId="{5E06497B-80E6-4CCD-998E-9C7F685BE2C7}" destId="{DA8D6ECF-12D8-483F-A482-DD53F7E88239}" srcOrd="2" destOrd="0" presId="urn:microsoft.com/office/officeart/2018/2/layout/IconVerticalSolidList"/>
    <dgm:cxn modelId="{565E6953-9985-4F49-9DB0-6AB0AB9E4F14}" type="presParOf" srcId="{5E06497B-80E6-4CCD-998E-9C7F685BE2C7}" destId="{C525067A-021D-4508-9661-2B052C1549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E6BEA-B14A-4DD1-99B5-2F55BCE91791}">
      <dsp:nvSpPr>
        <dsp:cNvPr id="0" name=""/>
        <dsp:cNvSpPr/>
      </dsp:nvSpPr>
      <dsp:spPr>
        <a:xfrm>
          <a:off x="907650" y="11643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02180-1644-4978-BC2F-6EB9192F95D7}">
      <dsp:nvSpPr>
        <dsp:cNvPr id="0" name=""/>
        <dsp:cNvSpPr/>
      </dsp:nvSpPr>
      <dsp:spPr>
        <a:xfrm>
          <a:off x="1309837" y="413831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69362-CA79-45D5-9C4A-CB1DB4F647C6}">
      <dsp:nvSpPr>
        <dsp:cNvPr id="0" name=""/>
        <dsp:cNvSpPr/>
      </dsp:nvSpPr>
      <dsp:spPr>
        <a:xfrm>
          <a:off x="304368" y="2486644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>
              <a:solidFill>
                <a:srgbClr val="00B0F0"/>
              </a:solidFill>
            </a:rPr>
            <a:t>Script-based Automation</a:t>
          </a:r>
        </a:p>
      </dsp:txBody>
      <dsp:txXfrm>
        <a:off x="304368" y="2486644"/>
        <a:ext cx="3093750" cy="720000"/>
      </dsp:txXfrm>
    </dsp:sp>
    <dsp:sp modelId="{3D605636-099F-4910-AA5D-A084D25E2FAF}">
      <dsp:nvSpPr>
        <dsp:cNvPr id="0" name=""/>
        <dsp:cNvSpPr/>
      </dsp:nvSpPr>
      <dsp:spPr>
        <a:xfrm>
          <a:off x="4542806" y="11643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894D0-74AD-4084-B7D4-B59E0E15687C}">
      <dsp:nvSpPr>
        <dsp:cNvPr id="0" name=""/>
        <dsp:cNvSpPr/>
      </dsp:nvSpPr>
      <dsp:spPr>
        <a:xfrm>
          <a:off x="4944993" y="413831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77914-D672-464D-9019-6EAC537D58AC}">
      <dsp:nvSpPr>
        <dsp:cNvPr id="0" name=""/>
        <dsp:cNvSpPr/>
      </dsp:nvSpPr>
      <dsp:spPr>
        <a:xfrm>
          <a:off x="3939525" y="2486644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>
              <a:solidFill>
                <a:srgbClr val="FF0000"/>
              </a:solidFill>
            </a:rPr>
            <a:t>Robotic Process Automation</a:t>
          </a:r>
        </a:p>
      </dsp:txBody>
      <dsp:txXfrm>
        <a:off x="3939525" y="2486644"/>
        <a:ext cx="3093750" cy="720000"/>
      </dsp:txXfrm>
    </dsp:sp>
    <dsp:sp modelId="{CB4ABA20-782D-4492-A419-633EDEAFD1A2}">
      <dsp:nvSpPr>
        <dsp:cNvPr id="0" name=""/>
        <dsp:cNvSpPr/>
      </dsp:nvSpPr>
      <dsp:spPr>
        <a:xfrm>
          <a:off x="8177962" y="11643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6253E-CFFC-4D95-B896-C7896ECB4CD9}">
      <dsp:nvSpPr>
        <dsp:cNvPr id="0" name=""/>
        <dsp:cNvSpPr/>
      </dsp:nvSpPr>
      <dsp:spPr>
        <a:xfrm>
          <a:off x="8580150" y="413831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9A64C-75E5-4277-AB7B-37F65A46F943}">
      <dsp:nvSpPr>
        <dsp:cNvPr id="0" name=""/>
        <dsp:cNvSpPr/>
      </dsp:nvSpPr>
      <dsp:spPr>
        <a:xfrm>
          <a:off x="7574681" y="2486644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>
              <a:solidFill>
                <a:srgbClr val="7030A0"/>
              </a:solidFill>
            </a:rPr>
            <a:t>AI-driven Automation</a:t>
          </a:r>
        </a:p>
      </dsp:txBody>
      <dsp:txXfrm>
        <a:off x="7574681" y="2486644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17F79-065F-41DA-8E71-636D4016E688}">
      <dsp:nvSpPr>
        <dsp:cNvPr id="0" name=""/>
        <dsp:cNvSpPr/>
      </dsp:nvSpPr>
      <dsp:spPr>
        <a:xfrm>
          <a:off x="0" y="0"/>
          <a:ext cx="66495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203202-4841-47BB-A9F9-3BB398098A66}">
      <dsp:nvSpPr>
        <dsp:cNvPr id="0" name=""/>
        <dsp:cNvSpPr/>
      </dsp:nvSpPr>
      <dsp:spPr>
        <a:xfrm>
          <a:off x="0" y="0"/>
          <a:ext cx="6649576" cy="1642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This involves </a:t>
          </a:r>
          <a:r>
            <a:rPr lang="en-US" sz="2500" kern="1200" dirty="0">
              <a:solidFill>
                <a:srgbClr val="00B050"/>
              </a:solidFill>
            </a:rPr>
            <a:t>writing code to automate</a:t>
          </a:r>
          <a:r>
            <a:rPr lang="en-US" sz="2500" kern="1200" dirty="0"/>
            <a:t> specific tasks or workflows mimicking anything that is more or less a human </a:t>
          </a:r>
          <a:r>
            <a:rPr lang="en-US" sz="2500" kern="1200" dirty="0">
              <a:latin typeface="Posterama"/>
            </a:rPr>
            <a:t>behavior</a:t>
          </a:r>
          <a:r>
            <a:rPr lang="en-US" sz="2500" kern="1200" dirty="0"/>
            <a:t>.</a:t>
          </a:r>
        </a:p>
      </dsp:txBody>
      <dsp:txXfrm>
        <a:off x="0" y="0"/>
        <a:ext cx="6649576" cy="1642849"/>
      </dsp:txXfrm>
    </dsp:sp>
    <dsp:sp modelId="{EB6F2096-359A-4D36-9E71-22E5558B4B26}">
      <dsp:nvSpPr>
        <dsp:cNvPr id="0" name=""/>
        <dsp:cNvSpPr/>
      </dsp:nvSpPr>
      <dsp:spPr>
        <a:xfrm>
          <a:off x="0" y="1642849"/>
          <a:ext cx="66495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0F76BE-25DB-4746-8EDA-C81C3DB72577}">
      <dsp:nvSpPr>
        <dsp:cNvPr id="0" name=""/>
        <dsp:cNvSpPr/>
      </dsp:nvSpPr>
      <dsp:spPr>
        <a:xfrm>
          <a:off x="0" y="1642849"/>
          <a:ext cx="6649576" cy="1642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 can use any language but the generally used one is Python</a:t>
          </a:r>
        </a:p>
      </dsp:txBody>
      <dsp:txXfrm>
        <a:off x="0" y="1642849"/>
        <a:ext cx="6649576" cy="1642849"/>
      </dsp:txXfrm>
    </dsp:sp>
    <dsp:sp modelId="{0604DFA5-EFB9-49D7-88F2-A8DE81EFD72D}">
      <dsp:nvSpPr>
        <dsp:cNvPr id="0" name=""/>
        <dsp:cNvSpPr/>
      </dsp:nvSpPr>
      <dsp:spPr>
        <a:xfrm>
          <a:off x="0" y="3285698"/>
          <a:ext cx="66495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033A99-2F1D-4B25-AF9B-FB40FAFAAFAD}">
      <dsp:nvSpPr>
        <dsp:cNvPr id="0" name=""/>
        <dsp:cNvSpPr/>
      </dsp:nvSpPr>
      <dsp:spPr>
        <a:xfrm>
          <a:off x="0" y="3285699"/>
          <a:ext cx="6649576" cy="1642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So when using Python we can get some libraries that enable you to do tasks like web scraping such as scrapy, selenium, etc.</a:t>
          </a:r>
        </a:p>
      </dsp:txBody>
      <dsp:txXfrm>
        <a:off x="0" y="3285699"/>
        <a:ext cx="6649576" cy="1642849"/>
      </dsp:txXfrm>
    </dsp:sp>
    <dsp:sp modelId="{8EA9E806-3308-4B0A-A076-771BB97BBD1C}">
      <dsp:nvSpPr>
        <dsp:cNvPr id="0" name=""/>
        <dsp:cNvSpPr/>
      </dsp:nvSpPr>
      <dsp:spPr>
        <a:xfrm>
          <a:off x="0" y="4928548"/>
          <a:ext cx="66495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B338E5-65E6-49A8-BFEF-7AB064AAE7C0}">
      <dsp:nvSpPr>
        <dsp:cNvPr id="0" name=""/>
        <dsp:cNvSpPr/>
      </dsp:nvSpPr>
      <dsp:spPr>
        <a:xfrm>
          <a:off x="0" y="4928548"/>
          <a:ext cx="6649576" cy="1642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One use case of this is what we are currently working on in Thola</a:t>
          </a:r>
          <a:r>
            <a:rPr lang="en-US" sz="2500" kern="1200" dirty="0">
              <a:latin typeface="Posterama"/>
            </a:rPr>
            <a:t>.</a:t>
          </a:r>
          <a:endParaRPr lang="en-US" sz="2500" kern="1200" dirty="0"/>
        </a:p>
      </dsp:txBody>
      <dsp:txXfrm>
        <a:off x="0" y="4928548"/>
        <a:ext cx="6649576" cy="1642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3F36B-A595-4ADA-AE36-D49FA8338FEF}">
      <dsp:nvSpPr>
        <dsp:cNvPr id="0" name=""/>
        <dsp:cNvSpPr/>
      </dsp:nvSpPr>
      <dsp:spPr>
        <a:xfrm>
          <a:off x="0" y="624"/>
          <a:ext cx="10972800" cy="14607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04524-D706-4F6B-BC40-AA15F8258628}">
      <dsp:nvSpPr>
        <dsp:cNvPr id="0" name=""/>
        <dsp:cNvSpPr/>
      </dsp:nvSpPr>
      <dsp:spPr>
        <a:xfrm>
          <a:off x="441864" y="329283"/>
          <a:ext cx="803389" cy="8033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16E98-1413-4138-B6E5-D70587BDCA69}">
      <dsp:nvSpPr>
        <dsp:cNvPr id="0" name=""/>
        <dsp:cNvSpPr/>
      </dsp:nvSpPr>
      <dsp:spPr>
        <a:xfrm>
          <a:off x="1687117" y="624"/>
          <a:ext cx="9285682" cy="1460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2" tIns="154592" rIns="154592" bIns="154592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RPA </a:t>
          </a:r>
          <a:r>
            <a:rPr lang="en-US" sz="2500" kern="1200" dirty="0">
              <a:solidFill>
                <a:srgbClr val="C00000"/>
              </a:solidFill>
            </a:rPr>
            <a:t>uses software robots</a:t>
          </a:r>
          <a:r>
            <a:rPr lang="en-US" sz="2500" kern="1200" dirty="0"/>
            <a:t> to mimic human actions and automate rule-based tasks across various applications and systems.</a:t>
          </a:r>
          <a:r>
            <a:rPr lang="en-US" sz="2500" kern="1200" dirty="0">
              <a:latin typeface="Posterama"/>
            </a:rPr>
            <a:t> </a:t>
          </a:r>
          <a:r>
            <a:rPr lang="en-US" sz="2500" kern="1200" dirty="0">
              <a:solidFill>
                <a:srgbClr val="00B050"/>
              </a:solidFill>
              <a:latin typeface="Posterama"/>
            </a:rPr>
            <a:t>UiPath</a:t>
          </a:r>
          <a:endParaRPr lang="en-US" sz="2500" kern="1200" dirty="0">
            <a:solidFill>
              <a:srgbClr val="00B050"/>
            </a:solidFill>
          </a:endParaRPr>
        </a:p>
      </dsp:txBody>
      <dsp:txXfrm>
        <a:off x="1687117" y="624"/>
        <a:ext cx="9285682" cy="1460707"/>
      </dsp:txXfrm>
    </dsp:sp>
    <dsp:sp modelId="{4009F6FD-7209-4369-9266-D8951771BC74}">
      <dsp:nvSpPr>
        <dsp:cNvPr id="0" name=""/>
        <dsp:cNvSpPr/>
      </dsp:nvSpPr>
      <dsp:spPr>
        <a:xfrm>
          <a:off x="0" y="1826508"/>
          <a:ext cx="10972800" cy="14607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B08BD-923B-403D-B50D-EC4FD3DC9CF6}">
      <dsp:nvSpPr>
        <dsp:cNvPr id="0" name=""/>
        <dsp:cNvSpPr/>
      </dsp:nvSpPr>
      <dsp:spPr>
        <a:xfrm>
          <a:off x="441864" y="2155167"/>
          <a:ext cx="803389" cy="8033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3B10F-6AA6-4412-B99B-31F7B8B338C3}">
      <dsp:nvSpPr>
        <dsp:cNvPr id="0" name=""/>
        <dsp:cNvSpPr/>
      </dsp:nvSpPr>
      <dsp:spPr>
        <a:xfrm>
          <a:off x="1687117" y="1826508"/>
          <a:ext cx="9285682" cy="1460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2" tIns="154592" rIns="154592" bIns="15459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B050"/>
              </a:solidFill>
            </a:rPr>
            <a:t>Rule-based </a:t>
          </a:r>
          <a:r>
            <a:rPr lang="en-US" sz="2500" kern="1200" dirty="0"/>
            <a:t>Automations.</a:t>
          </a:r>
        </a:p>
      </dsp:txBody>
      <dsp:txXfrm>
        <a:off x="1687117" y="1826508"/>
        <a:ext cx="9285682" cy="1460707"/>
      </dsp:txXfrm>
    </dsp:sp>
    <dsp:sp modelId="{22277FB0-9D03-405F-B70F-557A183F3A7A}">
      <dsp:nvSpPr>
        <dsp:cNvPr id="0" name=""/>
        <dsp:cNvSpPr/>
      </dsp:nvSpPr>
      <dsp:spPr>
        <a:xfrm>
          <a:off x="0" y="3652393"/>
          <a:ext cx="10972800" cy="14607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21465-7783-4669-84DE-6DF2DFEAF263}">
      <dsp:nvSpPr>
        <dsp:cNvPr id="0" name=""/>
        <dsp:cNvSpPr/>
      </dsp:nvSpPr>
      <dsp:spPr>
        <a:xfrm>
          <a:off x="441864" y="3981052"/>
          <a:ext cx="803389" cy="8033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A5E7C-415C-43D7-B635-EE6B97D684F4}">
      <dsp:nvSpPr>
        <dsp:cNvPr id="0" name=""/>
        <dsp:cNvSpPr/>
      </dsp:nvSpPr>
      <dsp:spPr>
        <a:xfrm>
          <a:off x="1687117" y="3652393"/>
          <a:ext cx="4937760" cy="1460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2" tIns="154592" rIns="154592" bIns="15459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Examples are.</a:t>
          </a:r>
        </a:p>
      </dsp:txBody>
      <dsp:txXfrm>
        <a:off x="1687117" y="3652393"/>
        <a:ext cx="4937760" cy="1460707"/>
      </dsp:txXfrm>
    </dsp:sp>
    <dsp:sp modelId="{395DDA7C-54E5-48BE-B128-CE23DD436310}">
      <dsp:nvSpPr>
        <dsp:cNvPr id="0" name=""/>
        <dsp:cNvSpPr/>
      </dsp:nvSpPr>
      <dsp:spPr>
        <a:xfrm>
          <a:off x="6624877" y="3652393"/>
          <a:ext cx="4347922" cy="1460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2" tIns="154592" rIns="154592" bIns="1545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Processing invoices and spreadsheets while handling accounts payables in a financial setting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Extracting and processing data from emails and documents</a:t>
          </a:r>
        </a:p>
      </dsp:txBody>
      <dsp:txXfrm>
        <a:off x="6624877" y="3652393"/>
        <a:ext cx="4347922" cy="14607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1F564-A2DE-4FC7-A4C4-AF24FACF88B6}">
      <dsp:nvSpPr>
        <dsp:cNvPr id="0" name=""/>
        <dsp:cNvSpPr/>
      </dsp:nvSpPr>
      <dsp:spPr>
        <a:xfrm>
          <a:off x="3522515" y="1222601"/>
          <a:ext cx="7778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7784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91226" y="1264279"/>
        <a:ext cx="40422" cy="8084"/>
      </dsp:txXfrm>
    </dsp:sp>
    <dsp:sp modelId="{17FC8C84-E3C1-4A4F-8234-7F1CAA6273C5}">
      <dsp:nvSpPr>
        <dsp:cNvPr id="0" name=""/>
        <dsp:cNvSpPr/>
      </dsp:nvSpPr>
      <dsp:spPr>
        <a:xfrm>
          <a:off x="9337" y="213828"/>
          <a:ext cx="3514977" cy="21089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237" tIns="180793" rIns="172237" bIns="18079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This case leverages the power of ai and machine learning to perform complex task that require decision making and adaptability</a:t>
          </a:r>
        </a:p>
      </dsp:txBody>
      <dsp:txXfrm>
        <a:off x="9337" y="213828"/>
        <a:ext cx="3514977" cy="2108986"/>
      </dsp:txXfrm>
    </dsp:sp>
    <dsp:sp modelId="{052F81D2-DA19-431C-9C9B-56DD4EDEE2BC}">
      <dsp:nvSpPr>
        <dsp:cNvPr id="0" name=""/>
        <dsp:cNvSpPr/>
      </dsp:nvSpPr>
      <dsp:spPr>
        <a:xfrm>
          <a:off x="7845937" y="1222601"/>
          <a:ext cx="7778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77844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14649" y="1264279"/>
        <a:ext cx="40422" cy="8084"/>
      </dsp:txXfrm>
    </dsp:sp>
    <dsp:sp modelId="{1EB48BA3-BA45-43EB-9792-EDB5FE81C6D5}">
      <dsp:nvSpPr>
        <dsp:cNvPr id="0" name=""/>
        <dsp:cNvSpPr/>
      </dsp:nvSpPr>
      <dsp:spPr>
        <a:xfrm>
          <a:off x="4332760" y="213828"/>
          <a:ext cx="3514977" cy="21089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237" tIns="180793" rIns="172237" bIns="18079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This kind of automation is the one that seems to work in situations that are dynamic and prone to uncertainty</a:t>
          </a:r>
        </a:p>
      </dsp:txBody>
      <dsp:txXfrm>
        <a:off x="4332760" y="213828"/>
        <a:ext cx="3514977" cy="2108986"/>
      </dsp:txXfrm>
    </dsp:sp>
    <dsp:sp modelId="{589CDE78-47F7-4CD6-8648-AD30E1F303B3}">
      <dsp:nvSpPr>
        <dsp:cNvPr id="0" name=""/>
        <dsp:cNvSpPr/>
      </dsp:nvSpPr>
      <dsp:spPr>
        <a:xfrm>
          <a:off x="1766826" y="2321015"/>
          <a:ext cx="8646845" cy="777844"/>
        </a:xfrm>
        <a:custGeom>
          <a:avLst/>
          <a:gdLst/>
          <a:ahLst/>
          <a:cxnLst/>
          <a:rect l="0" t="0" r="0" b="0"/>
          <a:pathLst>
            <a:path>
              <a:moveTo>
                <a:pt x="8646845" y="0"/>
              </a:moveTo>
              <a:lnTo>
                <a:pt x="8646845" y="406022"/>
              </a:lnTo>
              <a:lnTo>
                <a:pt x="0" y="406022"/>
              </a:lnTo>
              <a:lnTo>
                <a:pt x="0" y="777844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73135" y="2705895"/>
        <a:ext cx="434227" cy="8084"/>
      </dsp:txXfrm>
    </dsp:sp>
    <dsp:sp modelId="{33E03E6E-8181-4610-9672-1120B5D18196}">
      <dsp:nvSpPr>
        <dsp:cNvPr id="0" name=""/>
        <dsp:cNvSpPr/>
      </dsp:nvSpPr>
      <dsp:spPr>
        <a:xfrm>
          <a:off x="8656182" y="213828"/>
          <a:ext cx="3514977" cy="21089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237" tIns="180793" rIns="172237" bIns="18079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Ai improves over time so as the whole preciseness of the situation</a:t>
          </a:r>
        </a:p>
      </dsp:txBody>
      <dsp:txXfrm>
        <a:off x="8656182" y="213828"/>
        <a:ext cx="3514977" cy="2108986"/>
      </dsp:txXfrm>
    </dsp:sp>
    <dsp:sp modelId="{F856A50F-8731-461D-81FB-851FB1682F05}">
      <dsp:nvSpPr>
        <dsp:cNvPr id="0" name=""/>
        <dsp:cNvSpPr/>
      </dsp:nvSpPr>
      <dsp:spPr>
        <a:xfrm>
          <a:off x="3522515" y="4140033"/>
          <a:ext cx="7778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77844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91226" y="4181711"/>
        <a:ext cx="40422" cy="8084"/>
      </dsp:txXfrm>
    </dsp:sp>
    <dsp:sp modelId="{A243E405-53FB-4947-B5C2-92AD915D05E5}">
      <dsp:nvSpPr>
        <dsp:cNvPr id="0" name=""/>
        <dsp:cNvSpPr/>
      </dsp:nvSpPr>
      <dsp:spPr>
        <a:xfrm>
          <a:off x="9337" y="3131259"/>
          <a:ext cx="3514977" cy="21089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237" tIns="180793" rIns="172237" bIns="18079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Example;</a:t>
          </a:r>
        </a:p>
      </dsp:txBody>
      <dsp:txXfrm>
        <a:off x="9337" y="3131259"/>
        <a:ext cx="3514977" cy="2108986"/>
      </dsp:txXfrm>
    </dsp:sp>
    <dsp:sp modelId="{D9F58521-5C92-42E3-B9BD-7A9752D68FEE}">
      <dsp:nvSpPr>
        <dsp:cNvPr id="0" name=""/>
        <dsp:cNvSpPr/>
      </dsp:nvSpPr>
      <dsp:spPr>
        <a:xfrm>
          <a:off x="4332760" y="3131259"/>
          <a:ext cx="3514977" cy="210898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237" tIns="180793" rIns="172237" bIns="18079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using natural language processing for automating customer interaction through chatbots.</a:t>
          </a:r>
        </a:p>
      </dsp:txBody>
      <dsp:txXfrm>
        <a:off x="4332760" y="3131259"/>
        <a:ext cx="3514977" cy="21089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690D1-5398-4904-A062-D53183122648}">
      <dsp:nvSpPr>
        <dsp:cNvPr id="0" name=""/>
        <dsp:cNvSpPr/>
      </dsp:nvSpPr>
      <dsp:spPr>
        <a:xfrm>
          <a:off x="0" y="466429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C8C5B-BF54-44BE-8633-69A069D9C78A}">
      <dsp:nvSpPr>
        <dsp:cNvPr id="0" name=""/>
        <dsp:cNvSpPr/>
      </dsp:nvSpPr>
      <dsp:spPr>
        <a:xfrm>
          <a:off x="342900" y="792184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It is evident that everyone is involved in the controversial issue of </a:t>
          </a:r>
          <a:r>
            <a:rPr lang="en-US" sz="2300" kern="1200" dirty="0">
              <a:solidFill>
                <a:srgbClr val="FF0000"/>
              </a:solidFill>
            </a:rPr>
            <a:t>job disruption</a:t>
          </a:r>
        </a:p>
      </dsp:txBody>
      <dsp:txXfrm>
        <a:off x="400297" y="849581"/>
        <a:ext cx="2971305" cy="1844879"/>
      </dsp:txXfrm>
    </dsp:sp>
    <dsp:sp modelId="{BB76D892-1309-4136-A6D0-FE31ED4261C7}">
      <dsp:nvSpPr>
        <dsp:cNvPr id="0" name=""/>
        <dsp:cNvSpPr/>
      </dsp:nvSpPr>
      <dsp:spPr>
        <a:xfrm>
          <a:off x="3771900" y="466429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2C323-272F-4099-86D8-A9F515E56B23}">
      <dsp:nvSpPr>
        <dsp:cNvPr id="0" name=""/>
        <dsp:cNvSpPr/>
      </dsp:nvSpPr>
      <dsp:spPr>
        <a:xfrm>
          <a:off x="4114800" y="792184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Tech companies specializing in AI feel like it will take some time before ai replace people</a:t>
          </a:r>
        </a:p>
      </dsp:txBody>
      <dsp:txXfrm>
        <a:off x="4172197" y="849581"/>
        <a:ext cx="2971305" cy="1844879"/>
      </dsp:txXfrm>
    </dsp:sp>
    <dsp:sp modelId="{67BD6FE6-04BA-4D36-B678-CCF2D9E3EB9E}">
      <dsp:nvSpPr>
        <dsp:cNvPr id="0" name=""/>
        <dsp:cNvSpPr/>
      </dsp:nvSpPr>
      <dsp:spPr>
        <a:xfrm>
          <a:off x="7543800" y="466429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122BD-463A-4F25-8B23-F5785FE7F4A2}">
      <dsp:nvSpPr>
        <dsp:cNvPr id="0" name=""/>
        <dsp:cNvSpPr/>
      </dsp:nvSpPr>
      <dsp:spPr>
        <a:xfrm>
          <a:off x="7886699" y="792184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need for </a:t>
          </a:r>
          <a:r>
            <a:rPr lang="en-US" sz="2300" kern="1200" dirty="0">
              <a:solidFill>
                <a:srgbClr val="00B050"/>
              </a:solidFill>
            </a:rPr>
            <a:t>human touch </a:t>
          </a:r>
          <a:r>
            <a:rPr lang="en-US" sz="2300" kern="1200" dirty="0">
              <a:latin typeface="Posterama"/>
            </a:rPr>
            <a:t>still exists. </a:t>
          </a:r>
          <a:endParaRPr lang="en-US" sz="2300" kern="1200" dirty="0"/>
        </a:p>
      </dsp:txBody>
      <dsp:txXfrm>
        <a:off x="7944096" y="849581"/>
        <a:ext cx="2971305" cy="18448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35290-8733-4117-8CB9-E50472404BF2}">
      <dsp:nvSpPr>
        <dsp:cNvPr id="0" name=""/>
        <dsp:cNvSpPr/>
      </dsp:nvSpPr>
      <dsp:spPr>
        <a:xfrm>
          <a:off x="0" y="0"/>
          <a:ext cx="4860568" cy="10337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How do you stay relevant in the workplace?</a:t>
          </a:r>
        </a:p>
      </dsp:txBody>
      <dsp:txXfrm>
        <a:off x="30277" y="30277"/>
        <a:ext cx="3657739" cy="973178"/>
      </dsp:txXfrm>
    </dsp:sp>
    <dsp:sp modelId="{DE4FB2EC-6160-419E-B533-ADF76A5F9E5F}">
      <dsp:nvSpPr>
        <dsp:cNvPr id="0" name=""/>
        <dsp:cNvSpPr/>
      </dsp:nvSpPr>
      <dsp:spPr>
        <a:xfrm>
          <a:off x="407072" y="1221684"/>
          <a:ext cx="4860568" cy="10337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At the same time as you do your work, how do you get new skills?</a:t>
          </a:r>
        </a:p>
      </dsp:txBody>
      <dsp:txXfrm>
        <a:off x="437349" y="1251961"/>
        <a:ext cx="3721015" cy="973178"/>
      </dsp:txXfrm>
    </dsp:sp>
    <dsp:sp modelId="{43178688-F13E-4D3F-83C5-F3F75CDE9223}">
      <dsp:nvSpPr>
        <dsp:cNvPr id="0" name=""/>
        <dsp:cNvSpPr/>
      </dsp:nvSpPr>
      <dsp:spPr>
        <a:xfrm>
          <a:off x="808069" y="2443368"/>
          <a:ext cx="4860568" cy="10337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Posterama"/>
            </a:rPr>
            <a:t>To which</a:t>
          </a:r>
          <a:r>
            <a:rPr lang="en-US" sz="1800" kern="1200"/>
            <a:t> direction should you go?</a:t>
          </a:r>
        </a:p>
      </dsp:txBody>
      <dsp:txXfrm>
        <a:off x="838346" y="2473645"/>
        <a:ext cx="3727091" cy="973178"/>
      </dsp:txXfrm>
    </dsp:sp>
    <dsp:sp modelId="{C9174252-23BD-4241-8832-763ECB8DE9C9}">
      <dsp:nvSpPr>
        <dsp:cNvPr id="0" name=""/>
        <dsp:cNvSpPr/>
      </dsp:nvSpPr>
      <dsp:spPr>
        <a:xfrm>
          <a:off x="1215142" y="3665053"/>
          <a:ext cx="4860568" cy="10337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Leverage automation for continuous learning so that you can stay relevant in the workplace!</a:t>
          </a:r>
        </a:p>
      </dsp:txBody>
      <dsp:txXfrm>
        <a:off x="1245419" y="3695330"/>
        <a:ext cx="3721015" cy="973178"/>
      </dsp:txXfrm>
    </dsp:sp>
    <dsp:sp modelId="{54E6D879-BE6D-4231-B236-FE176B272E0E}">
      <dsp:nvSpPr>
        <dsp:cNvPr id="0" name=""/>
        <dsp:cNvSpPr/>
      </dsp:nvSpPr>
      <dsp:spPr>
        <a:xfrm>
          <a:off x="4188642" y="791745"/>
          <a:ext cx="671926" cy="67192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339825" y="791745"/>
        <a:ext cx="369560" cy="505624"/>
      </dsp:txXfrm>
    </dsp:sp>
    <dsp:sp modelId="{D7A26EFE-05B5-4378-A251-F34F4C0F7091}">
      <dsp:nvSpPr>
        <dsp:cNvPr id="0" name=""/>
        <dsp:cNvSpPr/>
      </dsp:nvSpPr>
      <dsp:spPr>
        <a:xfrm>
          <a:off x="4595715" y="2013429"/>
          <a:ext cx="671926" cy="67192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746898" y="2013429"/>
        <a:ext cx="369560" cy="505624"/>
      </dsp:txXfrm>
    </dsp:sp>
    <dsp:sp modelId="{222FE97B-4127-4F94-9E57-5B5B8818213D}">
      <dsp:nvSpPr>
        <dsp:cNvPr id="0" name=""/>
        <dsp:cNvSpPr/>
      </dsp:nvSpPr>
      <dsp:spPr>
        <a:xfrm>
          <a:off x="4996711" y="3235114"/>
          <a:ext cx="671926" cy="67192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147894" y="3235114"/>
        <a:ext cx="369560" cy="5056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81365-3828-47C3-96B2-89F016CD4070}">
      <dsp:nvSpPr>
        <dsp:cNvPr id="0" name=""/>
        <dsp:cNvSpPr/>
      </dsp:nvSpPr>
      <dsp:spPr>
        <a:xfrm>
          <a:off x="0" y="2066"/>
          <a:ext cx="5473546" cy="1047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6AE0E-89B6-4A69-AD61-76C9ED0E23C6}">
      <dsp:nvSpPr>
        <dsp:cNvPr id="0" name=""/>
        <dsp:cNvSpPr/>
      </dsp:nvSpPr>
      <dsp:spPr>
        <a:xfrm>
          <a:off x="316760" y="237673"/>
          <a:ext cx="575928" cy="5759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FDD2B-A2C3-4069-B965-FD80A1DF7FE3}">
      <dsp:nvSpPr>
        <dsp:cNvPr id="0" name=""/>
        <dsp:cNvSpPr/>
      </dsp:nvSpPr>
      <dsp:spPr>
        <a:xfrm>
          <a:off x="1209448" y="2066"/>
          <a:ext cx="4264097" cy="1047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23" tIns="110823" rIns="110823" bIns="110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FF0000"/>
              </a:solidFill>
            </a:rPr>
            <a:t>Ethical </a:t>
          </a:r>
          <a:r>
            <a:rPr lang="en-US" sz="2200" kern="1200"/>
            <a:t>considerations of AI and automation in the workplace.</a:t>
          </a:r>
        </a:p>
      </dsp:txBody>
      <dsp:txXfrm>
        <a:off x="1209448" y="2066"/>
        <a:ext cx="4264097" cy="1047141"/>
      </dsp:txXfrm>
    </dsp:sp>
    <dsp:sp modelId="{AC3C4AE8-7F3D-4A10-9928-484A12AAB83E}">
      <dsp:nvSpPr>
        <dsp:cNvPr id="0" name=""/>
        <dsp:cNvSpPr/>
      </dsp:nvSpPr>
      <dsp:spPr>
        <a:xfrm>
          <a:off x="0" y="1310993"/>
          <a:ext cx="5473546" cy="1047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2C2F7-0FFF-4E42-82CD-E01F15C92D6D}">
      <dsp:nvSpPr>
        <dsp:cNvPr id="0" name=""/>
        <dsp:cNvSpPr/>
      </dsp:nvSpPr>
      <dsp:spPr>
        <a:xfrm>
          <a:off x="316760" y="1546600"/>
          <a:ext cx="575928" cy="5759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3E256-737C-448C-904A-C9634B849A8C}">
      <dsp:nvSpPr>
        <dsp:cNvPr id="0" name=""/>
        <dsp:cNvSpPr/>
      </dsp:nvSpPr>
      <dsp:spPr>
        <a:xfrm>
          <a:off x="1209448" y="1310993"/>
          <a:ext cx="4264097" cy="1047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23" tIns="110823" rIns="110823" bIns="110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Constant </a:t>
          </a:r>
          <a:r>
            <a:rPr lang="en-US" sz="2200" kern="1200">
              <a:solidFill>
                <a:srgbClr val="7030A0"/>
              </a:solidFill>
            </a:rPr>
            <a:t>Redefinition </a:t>
          </a:r>
          <a:r>
            <a:rPr lang="en-US" sz="2200" kern="1200"/>
            <a:t>of Job Roles.</a:t>
          </a:r>
        </a:p>
      </dsp:txBody>
      <dsp:txXfrm>
        <a:off x="1209448" y="1310993"/>
        <a:ext cx="4264097" cy="1047141"/>
      </dsp:txXfrm>
    </dsp:sp>
    <dsp:sp modelId="{B25A0EF2-E91D-4DCE-AD4D-4D47B0F8844B}">
      <dsp:nvSpPr>
        <dsp:cNvPr id="0" name=""/>
        <dsp:cNvSpPr/>
      </dsp:nvSpPr>
      <dsp:spPr>
        <a:xfrm>
          <a:off x="0" y="2619920"/>
          <a:ext cx="5473546" cy="1047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FE6C6-471F-4B20-B03B-169183816E3D}">
      <dsp:nvSpPr>
        <dsp:cNvPr id="0" name=""/>
        <dsp:cNvSpPr/>
      </dsp:nvSpPr>
      <dsp:spPr>
        <a:xfrm>
          <a:off x="316760" y="2855527"/>
          <a:ext cx="575928" cy="5759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C2ADE-215A-4472-A220-2B69956E60CD}">
      <dsp:nvSpPr>
        <dsp:cNvPr id="0" name=""/>
        <dsp:cNvSpPr/>
      </dsp:nvSpPr>
      <dsp:spPr>
        <a:xfrm>
          <a:off x="1209448" y="2619920"/>
          <a:ext cx="4264097" cy="1047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23" tIns="110823" rIns="110823" bIns="110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Human </a:t>
          </a:r>
          <a:r>
            <a:rPr lang="en-US" sz="2200" kern="1200">
              <a:solidFill>
                <a:srgbClr val="00B050"/>
              </a:solidFill>
            </a:rPr>
            <a:t>Collaboration</a:t>
          </a:r>
          <a:r>
            <a:rPr lang="en-US" sz="2200" kern="1200"/>
            <a:t>.</a:t>
          </a:r>
        </a:p>
      </dsp:txBody>
      <dsp:txXfrm>
        <a:off x="1209448" y="2619920"/>
        <a:ext cx="4264097" cy="1047141"/>
      </dsp:txXfrm>
    </dsp:sp>
    <dsp:sp modelId="{E07CF7FF-D5D4-4D7D-A4F6-A4C0A031D043}">
      <dsp:nvSpPr>
        <dsp:cNvPr id="0" name=""/>
        <dsp:cNvSpPr/>
      </dsp:nvSpPr>
      <dsp:spPr>
        <a:xfrm>
          <a:off x="0" y="3928848"/>
          <a:ext cx="5473546" cy="10471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822DF-310E-4577-A6D4-529103FDA32B}">
      <dsp:nvSpPr>
        <dsp:cNvPr id="0" name=""/>
        <dsp:cNvSpPr/>
      </dsp:nvSpPr>
      <dsp:spPr>
        <a:xfrm>
          <a:off x="316760" y="4164454"/>
          <a:ext cx="575928" cy="5759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5067A-021D-4508-9661-2B052C154965}">
      <dsp:nvSpPr>
        <dsp:cNvPr id="0" name=""/>
        <dsp:cNvSpPr/>
      </dsp:nvSpPr>
      <dsp:spPr>
        <a:xfrm>
          <a:off x="1209448" y="3928848"/>
          <a:ext cx="4264097" cy="1047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23" tIns="110823" rIns="110823" bIns="110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C00000"/>
              </a:solidFill>
            </a:rPr>
            <a:t>Societal </a:t>
          </a:r>
          <a:r>
            <a:rPr lang="en-US" sz="2200" kern="1200"/>
            <a:t>Impactful Use Case of Automation and AI</a:t>
          </a:r>
        </a:p>
      </dsp:txBody>
      <dsp:txXfrm>
        <a:off x="1209448" y="3928848"/>
        <a:ext cx="4264097" cy="1047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9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5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8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3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6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5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6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1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0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5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2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8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9B6340-9D54-4548-B87C-24BA7EA53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robot with a face">
            <a:extLst>
              <a:ext uri="{FF2B5EF4-FFF2-40B4-BE49-F238E27FC236}">
                <a16:creationId xmlns:a16="http://schemas.microsoft.com/office/drawing/2014/main" id="{FBC23777-FDD6-54BE-696C-95E6EC939D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07" r="6" b="6"/>
          <a:stretch/>
        </p:blipFill>
        <p:spPr>
          <a:xfrm>
            <a:off x="-50042" y="-39158"/>
            <a:ext cx="7918858" cy="6897158"/>
          </a:xfrm>
          <a:prstGeom prst="rect">
            <a:avLst/>
          </a:prstGeom>
        </p:spPr>
      </p:pic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99031" y="-39157"/>
            <a:ext cx="5592970" cy="6897158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9478" y="1122363"/>
            <a:ext cx="3622922" cy="2387600"/>
          </a:xfrm>
        </p:spPr>
        <p:txBody>
          <a:bodyPr>
            <a:normAutofit/>
          </a:bodyPr>
          <a:lstStyle/>
          <a:p>
            <a:pPr algn="r"/>
            <a:r>
              <a:rPr lang="en-US" sz="4600" dirty="0">
                <a:solidFill>
                  <a:srgbClr val="00B0F0"/>
                </a:solidFill>
              </a:rPr>
              <a:t>automation</a:t>
            </a:r>
            <a:r>
              <a:rPr lang="en-US" sz="4600" dirty="0"/>
              <a:t> and </a:t>
            </a:r>
            <a:r>
              <a:rPr lang="en-US" sz="4600" dirty="0">
                <a:solidFill>
                  <a:srgbClr val="00B0F0"/>
                </a:solidFill>
              </a:rPr>
              <a:t>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59478" y="3602038"/>
            <a:ext cx="362292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the open discussion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6CF1D-B536-8F99-8500-7FA91E5B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494" y="552782"/>
            <a:ext cx="5369169" cy="1619611"/>
          </a:xfrm>
        </p:spPr>
        <p:txBody>
          <a:bodyPr>
            <a:normAutofit/>
          </a:bodyPr>
          <a:lstStyle/>
          <a:p>
            <a:pPr algn="r"/>
            <a:r>
              <a:rPr lang="en-US">
                <a:cs typeface="Posterama"/>
              </a:rPr>
              <a:t>agenda</a:t>
            </a:r>
          </a:p>
        </p:txBody>
      </p:sp>
      <p:pic>
        <p:nvPicPr>
          <p:cNvPr id="8" name="Picture 7" descr="Conference room table">
            <a:extLst>
              <a:ext uri="{FF2B5EF4-FFF2-40B4-BE49-F238E27FC236}">
                <a16:creationId xmlns:a16="http://schemas.microsoft.com/office/drawing/2014/main" id="{892B025B-1D35-E3C4-006F-32A6438CC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93" r="8" b="8"/>
          <a:stretch/>
        </p:blipFill>
        <p:spPr>
          <a:xfrm>
            <a:off x="-52346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5436113" y="4232571"/>
                </a:moveTo>
                <a:cubicBezTo>
                  <a:pt x="5625722" y="4232571"/>
                  <a:pt x="5779430" y="4386279"/>
                  <a:pt x="5779430" y="4575888"/>
                </a:cubicBezTo>
                <a:cubicBezTo>
                  <a:pt x="5779430" y="4765497"/>
                  <a:pt x="5625722" y="4919205"/>
                  <a:pt x="5436113" y="4919205"/>
                </a:cubicBezTo>
                <a:cubicBezTo>
                  <a:pt x="5246504" y="4919205"/>
                  <a:pt x="5092796" y="4765497"/>
                  <a:pt x="5092796" y="4575888"/>
                </a:cubicBezTo>
                <a:cubicBezTo>
                  <a:pt x="5092796" y="4386279"/>
                  <a:pt x="5246504" y="4232571"/>
                  <a:pt x="5436113" y="4232571"/>
                </a:cubicBezTo>
                <a:close/>
                <a:moveTo>
                  <a:pt x="5580185" y="1806694"/>
                </a:moveTo>
                <a:cubicBezTo>
                  <a:pt x="5699726" y="1806694"/>
                  <a:pt x="5799461" y="1891487"/>
                  <a:pt x="5822527" y="2004209"/>
                </a:cubicBezTo>
                <a:lnTo>
                  <a:pt x="5827552" y="2054052"/>
                </a:lnTo>
                <a:lnTo>
                  <a:pt x="5827552" y="2054073"/>
                </a:lnTo>
                <a:lnTo>
                  <a:pt x="5822527" y="2103916"/>
                </a:lnTo>
                <a:cubicBezTo>
                  <a:pt x="5799461" y="2216637"/>
                  <a:pt x="5699726" y="2301430"/>
                  <a:pt x="5580185" y="2301430"/>
                </a:cubicBezTo>
                <a:cubicBezTo>
                  <a:pt x="5443567" y="2301430"/>
                  <a:pt x="5332817" y="2190680"/>
                  <a:pt x="5332817" y="2054062"/>
                </a:cubicBezTo>
                <a:cubicBezTo>
                  <a:pt x="5332817" y="1917444"/>
                  <a:pt x="5443567" y="1806694"/>
                  <a:pt x="5580185" y="1806694"/>
                </a:cubicBezTo>
                <a:close/>
                <a:moveTo>
                  <a:pt x="5580184" y="1294715"/>
                </a:moveTo>
                <a:cubicBezTo>
                  <a:pt x="5659753" y="1294715"/>
                  <a:pt x="5724256" y="1359218"/>
                  <a:pt x="5724256" y="1438787"/>
                </a:cubicBezTo>
                <a:cubicBezTo>
                  <a:pt x="5724256" y="1518356"/>
                  <a:pt x="5659753" y="1582859"/>
                  <a:pt x="5580184" y="1582859"/>
                </a:cubicBezTo>
                <a:cubicBezTo>
                  <a:pt x="5500615" y="1582859"/>
                  <a:pt x="5436112" y="1518356"/>
                  <a:pt x="5436112" y="1438787"/>
                </a:cubicBezTo>
                <a:cubicBezTo>
                  <a:pt x="5436112" y="1359218"/>
                  <a:pt x="5500615" y="1294715"/>
                  <a:pt x="5580184" y="1294715"/>
                </a:cubicBezTo>
                <a:close/>
                <a:moveTo>
                  <a:pt x="0" y="0"/>
                </a:moveTo>
                <a:lnTo>
                  <a:pt x="5346882" y="0"/>
                </a:lnTo>
                <a:lnTo>
                  <a:pt x="5396357" y="64140"/>
                </a:lnTo>
                <a:cubicBezTo>
                  <a:pt x="5509528" y="228632"/>
                  <a:pt x="5577723" y="424885"/>
                  <a:pt x="5582550" y="646882"/>
                </a:cubicBezTo>
                <a:cubicBezTo>
                  <a:pt x="5608062" y="1102027"/>
                  <a:pt x="5203194" y="1301070"/>
                  <a:pt x="5151872" y="1809180"/>
                </a:cubicBezTo>
                <a:cubicBezTo>
                  <a:pt x="5104686" y="2276432"/>
                  <a:pt x="5496947" y="2514465"/>
                  <a:pt x="5323965" y="3464278"/>
                </a:cubicBezTo>
                <a:cubicBezTo>
                  <a:pt x="5211960" y="4079388"/>
                  <a:pt x="4297510" y="4259025"/>
                  <a:pt x="5513003" y="5720066"/>
                </a:cubicBezTo>
                <a:cubicBezTo>
                  <a:pt x="5768583" y="6027176"/>
                  <a:pt x="5791560" y="6490332"/>
                  <a:pt x="5601722" y="6841105"/>
                </a:cubicBezTo>
                <a:lnTo>
                  <a:pt x="5590822" y="6858000"/>
                </a:lnTo>
                <a:lnTo>
                  <a:pt x="1735" y="6858000"/>
                </a:lnTo>
                <a:lnTo>
                  <a:pt x="0" y="6858000"/>
                </a:lnTo>
                <a:lnTo>
                  <a:pt x="0" y="6849812"/>
                </a:lnTo>
                <a:lnTo>
                  <a:pt x="0" y="6483067"/>
                </a:lnTo>
                <a:lnTo>
                  <a:pt x="0" y="1250146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678C3-037E-5D4D-2528-89956638F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8092" y="2969640"/>
            <a:ext cx="5367566" cy="34820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Posterama"/>
                <a:cs typeface="Posterama"/>
              </a:rPr>
              <a:t>Introduction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Posterama"/>
                <a:cs typeface="Posterama"/>
              </a:rPr>
              <a:t>Types of Automation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Posterama"/>
                <a:cs typeface="Posterama"/>
              </a:rPr>
              <a:t>Benefits of Automation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  <a:latin typeface="Posterama"/>
                <a:cs typeface="Posterama"/>
              </a:rPr>
              <a:t>AI in the Workplace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  <a:latin typeface="Posterama"/>
                <a:cs typeface="Posterama"/>
              </a:rPr>
              <a:t>Skill Acquisition Marathon</a:t>
            </a:r>
          </a:p>
          <a:p>
            <a:pPr marL="342900" indent="-342900">
              <a:lnSpc>
                <a:spcPct val="100000"/>
              </a:lnSpc>
              <a:buFont typeface="Arial,Sans-Serif" panose="020B05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Posterama"/>
                <a:cs typeface="Posterama"/>
              </a:rPr>
              <a:t>Food for Thoughts  &amp;</a:t>
            </a:r>
            <a:r>
              <a:rPr lang="en-US" sz="2400" dirty="0">
                <a:solidFill>
                  <a:srgbClr val="7030A0"/>
                </a:solidFill>
                <a:latin typeface="Posterama"/>
                <a:cs typeface="Arial"/>
              </a:rPr>
              <a:t> Wrap-up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endParaRPr lang="en-US" sz="2400" b="1">
              <a:solidFill>
                <a:srgbClr val="00B0F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5581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6200B-C98C-7F73-ECE9-1CE27A67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171" y="-283"/>
            <a:ext cx="5919373" cy="1611920"/>
          </a:xfrm>
        </p:spPr>
        <p:txBody>
          <a:bodyPr>
            <a:normAutofit/>
          </a:bodyPr>
          <a:lstStyle/>
          <a:p>
            <a:pPr algn="ctr"/>
            <a:r>
              <a:rPr lang="en-US">
                <a:cs typeface="Posterama"/>
              </a:rPr>
              <a:t>introduction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5421419-2063-424D-6D50-129732BE32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548" r="3223" b="3"/>
          <a:stretch/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81C4-898C-7702-A04B-64C23ACAE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148" y="2097027"/>
            <a:ext cx="5945619" cy="43890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buFont typeface="Wingdings" panose="020B0504020202020204" pitchFamily="34" charset="0"/>
              <a:buChar char="ü"/>
            </a:pPr>
            <a:r>
              <a:rPr lang="en-US" sz="2400">
                <a:latin typeface="Posterama"/>
                <a:cs typeface="Posterama"/>
              </a:rPr>
              <a:t>Automation is the deliberate use of </a:t>
            </a:r>
            <a:r>
              <a:rPr lang="en-US" sz="2400">
                <a:solidFill>
                  <a:srgbClr val="7030A0"/>
                </a:solidFill>
                <a:latin typeface="Posterama"/>
                <a:cs typeface="Posterama"/>
              </a:rPr>
              <a:t>technology </a:t>
            </a:r>
            <a:r>
              <a:rPr lang="en-US" sz="2400">
                <a:latin typeface="Posterama"/>
                <a:cs typeface="Posterama"/>
              </a:rPr>
              <a:t>to perform tasks with </a:t>
            </a:r>
            <a:r>
              <a:rPr lang="en-US" sz="2400">
                <a:solidFill>
                  <a:srgbClr val="00B0F0"/>
                </a:solidFill>
                <a:latin typeface="Posterama"/>
                <a:cs typeface="Posterama"/>
              </a:rPr>
              <a:t>minimal human intervention</a:t>
            </a:r>
            <a:r>
              <a:rPr lang="en-US" sz="2400">
                <a:latin typeface="Posterama"/>
                <a:cs typeface="Posterama"/>
              </a:rPr>
              <a:t>, well sometimes it can be </a:t>
            </a:r>
            <a:r>
              <a:rPr lang="en-US" sz="2400">
                <a:solidFill>
                  <a:srgbClr val="FF0000"/>
                </a:solidFill>
                <a:latin typeface="Posterama"/>
                <a:cs typeface="Posterama"/>
              </a:rPr>
              <a:t>no human</a:t>
            </a:r>
            <a:r>
              <a:rPr lang="en-US" sz="2400">
                <a:latin typeface="Posterama"/>
                <a:cs typeface="Posterama"/>
              </a:rPr>
              <a:t> intervention at all.</a:t>
            </a:r>
          </a:p>
          <a:p>
            <a:pPr marL="342900" indent="-342900">
              <a:lnSpc>
                <a:spcPct val="100000"/>
              </a:lnSpc>
              <a:buFont typeface="Wingdings" panose="020B0504020202020204" pitchFamily="34" charset="0"/>
              <a:buChar char="ü"/>
            </a:pPr>
            <a:r>
              <a:rPr lang="en-US" sz="2400">
                <a:latin typeface="Posterama"/>
                <a:cs typeface="Posterama"/>
              </a:rPr>
              <a:t>This involves the use of </a:t>
            </a:r>
            <a:r>
              <a:rPr lang="en-US" sz="2400">
                <a:solidFill>
                  <a:srgbClr val="00B050"/>
                </a:solidFill>
                <a:latin typeface="Posterama"/>
                <a:cs typeface="Posterama"/>
              </a:rPr>
              <a:t>software and machines</a:t>
            </a:r>
            <a:r>
              <a:rPr lang="en-US" sz="2400">
                <a:latin typeface="Posterama"/>
                <a:cs typeface="Posterama"/>
              </a:rPr>
              <a:t> to execute repetitive, mundane, time-consuming, and literally boring tasks.</a:t>
            </a:r>
          </a:p>
          <a:p>
            <a:pPr marL="342900" indent="-342900">
              <a:lnSpc>
                <a:spcPct val="100000"/>
              </a:lnSpc>
              <a:buFont typeface="Wingdings" panose="020B0504020202020204" pitchFamily="34" charset="0"/>
              <a:buChar char="ü"/>
            </a:pPr>
            <a:r>
              <a:rPr lang="en-US" sz="2400">
                <a:latin typeface="Posterama"/>
                <a:cs typeface="Posterama"/>
              </a:rPr>
              <a:t>It can range from </a:t>
            </a:r>
            <a:r>
              <a:rPr lang="en-US" sz="2400">
                <a:solidFill>
                  <a:srgbClr val="7030A0"/>
                </a:solidFill>
                <a:latin typeface="Posterama"/>
                <a:cs typeface="Posterama"/>
              </a:rPr>
              <a:t>rule-based</a:t>
            </a:r>
            <a:r>
              <a:rPr lang="en-US" sz="2400">
                <a:latin typeface="Posterama"/>
                <a:cs typeface="Posterama"/>
              </a:rPr>
              <a:t> to something complex and leveraging </a:t>
            </a:r>
            <a:r>
              <a:rPr lang="en-US" sz="2400">
                <a:solidFill>
                  <a:srgbClr val="7030A0"/>
                </a:solidFill>
                <a:latin typeface="Posterama"/>
                <a:cs typeface="Posterama"/>
              </a:rPr>
              <a:t>AI</a:t>
            </a:r>
            <a:r>
              <a:rPr lang="en-US" sz="2400">
                <a:latin typeface="Posterama"/>
                <a:cs typeface="Postera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364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9FE0A-2DB4-F372-F07E-B34617BDC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446390"/>
          </a:xfrm>
        </p:spPr>
        <p:txBody>
          <a:bodyPr>
            <a:normAutofit/>
          </a:bodyPr>
          <a:lstStyle/>
          <a:p>
            <a:pPr algn="ctr"/>
            <a:r>
              <a:rPr lang="en-US">
                <a:cs typeface="Posterama"/>
              </a:rPr>
              <a:t>types of automation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259C8-8286-9086-9B71-1DC4BB7DA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3298357"/>
              </p:ext>
            </p:extLst>
          </p:nvPr>
        </p:nvGraphicFramePr>
        <p:xfrm>
          <a:off x="228600" y="2665653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99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9796C61-3902-4C2A-AD60-D926667F5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6A49EC6-053B-4ACB-9913-5C4B245E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9474" y="2353584"/>
            <a:ext cx="7276966" cy="4504413"/>
          </a:xfrm>
          <a:custGeom>
            <a:avLst/>
            <a:gdLst>
              <a:gd name="connsiteX0" fmla="*/ 1412408 w 8831334"/>
              <a:gd name="connsiteY0" fmla="*/ 4231273 h 4923095"/>
              <a:gd name="connsiteX1" fmla="*/ 1480115 w 8831334"/>
              <a:gd name="connsiteY1" fmla="*/ 4255873 h 4923095"/>
              <a:gd name="connsiteX2" fmla="*/ 1555026 w 8831334"/>
              <a:gd name="connsiteY2" fmla="*/ 4493895 h 4923095"/>
              <a:gd name="connsiteX3" fmla="*/ 1315323 w 8831334"/>
              <a:gd name="connsiteY3" fmla="*/ 4546785 h 4923095"/>
              <a:gd name="connsiteX4" fmla="*/ 1240411 w 8831334"/>
              <a:gd name="connsiteY4" fmla="*/ 4308763 h 4923095"/>
              <a:gd name="connsiteX5" fmla="*/ 1344748 w 8831334"/>
              <a:gd name="connsiteY5" fmla="*/ 4233023 h 4923095"/>
              <a:gd name="connsiteX6" fmla="*/ 1412408 w 8831334"/>
              <a:gd name="connsiteY6" fmla="*/ 4231273 h 4923095"/>
              <a:gd name="connsiteX7" fmla="*/ 622613 w 8831334"/>
              <a:gd name="connsiteY7" fmla="*/ 3711323 h 4923095"/>
              <a:gd name="connsiteX8" fmla="*/ 726058 w 8831334"/>
              <a:gd name="connsiteY8" fmla="*/ 3713477 h 4923095"/>
              <a:gd name="connsiteX9" fmla="*/ 862930 w 8831334"/>
              <a:gd name="connsiteY9" fmla="*/ 3763207 h 4923095"/>
              <a:gd name="connsiteX10" fmla="*/ 1014368 w 8831334"/>
              <a:gd name="connsiteY10" fmla="*/ 4244384 h 4923095"/>
              <a:gd name="connsiteX11" fmla="*/ 529792 w 8831334"/>
              <a:gd name="connsiteY11" fmla="*/ 4351304 h 4923095"/>
              <a:gd name="connsiteX12" fmla="*/ 378355 w 8831334"/>
              <a:gd name="connsiteY12" fmla="*/ 3870127 h 4923095"/>
              <a:gd name="connsiteX13" fmla="*/ 622613 w 8831334"/>
              <a:gd name="connsiteY13" fmla="*/ 3711323 h 4923095"/>
              <a:gd name="connsiteX14" fmla="*/ 0 w 8831334"/>
              <a:gd name="connsiteY14" fmla="*/ 0 h 4923095"/>
              <a:gd name="connsiteX15" fmla="*/ 7345477 w 8831334"/>
              <a:gd name="connsiteY15" fmla="*/ 0 h 4923095"/>
              <a:gd name="connsiteX16" fmla="*/ 7330937 w 8831334"/>
              <a:gd name="connsiteY16" fmla="*/ 57909 h 4923095"/>
              <a:gd name="connsiteX17" fmla="*/ 7204045 w 8831334"/>
              <a:gd name="connsiteY17" fmla="*/ 525057 h 4923095"/>
              <a:gd name="connsiteX18" fmla="*/ 7423939 w 8831334"/>
              <a:gd name="connsiteY18" fmla="*/ 1259431 h 4923095"/>
              <a:gd name="connsiteX19" fmla="*/ 8123848 w 8831334"/>
              <a:gd name="connsiteY19" fmla="*/ 1829863 h 4923095"/>
              <a:gd name="connsiteX20" fmla="*/ 8304560 w 8831334"/>
              <a:gd name="connsiteY20" fmla="*/ 4410617 h 4923095"/>
              <a:gd name="connsiteX21" fmla="*/ 5824906 w 8831334"/>
              <a:gd name="connsiteY21" fmla="*/ 4582246 h 4923095"/>
              <a:gd name="connsiteX22" fmla="*/ 4814027 w 8831334"/>
              <a:gd name="connsiteY22" fmla="*/ 3900391 h 4923095"/>
              <a:gd name="connsiteX23" fmla="*/ 3389336 w 8831334"/>
              <a:gd name="connsiteY23" fmla="*/ 4033298 h 4923095"/>
              <a:gd name="connsiteX24" fmla="*/ 2844266 w 8831334"/>
              <a:gd name="connsiteY24" fmla="*/ 4497245 h 4923095"/>
              <a:gd name="connsiteX25" fmla="*/ 1361823 w 8831334"/>
              <a:gd name="connsiteY25" fmla="*/ 3978831 h 4923095"/>
              <a:gd name="connsiteX26" fmla="*/ 723961 w 8831334"/>
              <a:gd name="connsiteY26" fmla="*/ 3482165 h 4923095"/>
              <a:gd name="connsiteX27" fmla="*/ 41451 w 8831334"/>
              <a:gd name="connsiteY27" fmla="*/ 3495177 h 4923095"/>
              <a:gd name="connsiteX28" fmla="*/ 0 w 8831334"/>
              <a:gd name="connsiteY28" fmla="*/ 3499960 h 492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831334" h="4923095">
                <a:moveTo>
                  <a:pt x="1412408" y="4231273"/>
                </a:moveTo>
                <a:cubicBezTo>
                  <a:pt x="1435398" y="4234988"/>
                  <a:pt x="1458395" y="4243092"/>
                  <a:pt x="1480115" y="4255873"/>
                </a:cubicBezTo>
                <a:cubicBezTo>
                  <a:pt x="1566994" y="4306997"/>
                  <a:pt x="1600533" y="4413563"/>
                  <a:pt x="1555026" y="4493895"/>
                </a:cubicBezTo>
                <a:cubicBezTo>
                  <a:pt x="1509520" y="4574228"/>
                  <a:pt x="1402201" y="4597907"/>
                  <a:pt x="1315323" y="4546785"/>
                </a:cubicBezTo>
                <a:cubicBezTo>
                  <a:pt x="1228444" y="4495662"/>
                  <a:pt x="1194905" y="4389095"/>
                  <a:pt x="1240411" y="4308763"/>
                </a:cubicBezTo>
                <a:cubicBezTo>
                  <a:pt x="1263164" y="4268597"/>
                  <a:pt x="1301371" y="4242593"/>
                  <a:pt x="1344748" y="4233023"/>
                </a:cubicBezTo>
                <a:cubicBezTo>
                  <a:pt x="1366437" y="4228237"/>
                  <a:pt x="1389419" y="4227559"/>
                  <a:pt x="1412408" y="4231273"/>
                </a:cubicBezTo>
                <a:close/>
                <a:moveTo>
                  <a:pt x="622613" y="3711323"/>
                </a:moveTo>
                <a:cubicBezTo>
                  <a:pt x="656354" y="3707209"/>
                  <a:pt x="691202" y="3707845"/>
                  <a:pt x="726058" y="3713477"/>
                </a:cubicBezTo>
                <a:cubicBezTo>
                  <a:pt x="772533" y="3720984"/>
                  <a:pt x="819023" y="3737370"/>
                  <a:pt x="862930" y="3763207"/>
                </a:cubicBezTo>
                <a:cubicBezTo>
                  <a:pt x="1038560" y="3866555"/>
                  <a:pt x="1106361" y="4081986"/>
                  <a:pt x="1014368" y="4244384"/>
                </a:cubicBezTo>
                <a:cubicBezTo>
                  <a:pt x="922373" y="4406782"/>
                  <a:pt x="705422" y="4454653"/>
                  <a:pt x="529792" y="4351304"/>
                </a:cubicBezTo>
                <a:cubicBezTo>
                  <a:pt x="354162" y="4247957"/>
                  <a:pt x="286361" y="4032525"/>
                  <a:pt x="378355" y="3870127"/>
                </a:cubicBezTo>
                <a:cubicBezTo>
                  <a:pt x="430102" y="3778778"/>
                  <a:pt x="521385" y="3723667"/>
                  <a:pt x="622613" y="3711323"/>
                </a:cubicBezTo>
                <a:close/>
                <a:moveTo>
                  <a:pt x="0" y="0"/>
                </a:moveTo>
                <a:lnTo>
                  <a:pt x="7345477" y="0"/>
                </a:lnTo>
                <a:lnTo>
                  <a:pt x="7330937" y="57909"/>
                </a:lnTo>
                <a:cubicBezTo>
                  <a:pt x="7288864" y="213626"/>
                  <a:pt x="7242961" y="368487"/>
                  <a:pt x="7204045" y="525057"/>
                </a:cubicBezTo>
                <a:cubicBezTo>
                  <a:pt x="7133676" y="809936"/>
                  <a:pt x="7207545" y="1073056"/>
                  <a:pt x="7423939" y="1259431"/>
                </a:cubicBezTo>
                <a:cubicBezTo>
                  <a:pt x="7652783" y="1456418"/>
                  <a:pt x="7881464" y="1655861"/>
                  <a:pt x="8123848" y="1829863"/>
                </a:cubicBezTo>
                <a:cubicBezTo>
                  <a:pt x="9170527" y="2581053"/>
                  <a:pt x="8902406" y="3889765"/>
                  <a:pt x="8304560" y="4410617"/>
                </a:cubicBezTo>
                <a:cubicBezTo>
                  <a:pt x="7554009" y="5063887"/>
                  <a:pt x="6697479" y="5060469"/>
                  <a:pt x="5824906" y="4582246"/>
                </a:cubicBezTo>
                <a:cubicBezTo>
                  <a:pt x="5473190" y="4390333"/>
                  <a:pt x="5153204" y="4124206"/>
                  <a:pt x="4814027" y="3900391"/>
                </a:cubicBezTo>
                <a:cubicBezTo>
                  <a:pt x="4336267" y="3586184"/>
                  <a:pt x="3821519" y="3552717"/>
                  <a:pt x="3389336" y="4033298"/>
                </a:cubicBezTo>
                <a:cubicBezTo>
                  <a:pt x="3228138" y="4212489"/>
                  <a:pt x="3051008" y="4402509"/>
                  <a:pt x="2844266" y="4497245"/>
                </a:cubicBezTo>
                <a:cubicBezTo>
                  <a:pt x="2311195" y="4741524"/>
                  <a:pt x="1799982" y="4540883"/>
                  <a:pt x="1361823" y="3978831"/>
                </a:cubicBezTo>
                <a:cubicBezTo>
                  <a:pt x="1185983" y="3753353"/>
                  <a:pt x="1004288" y="3503556"/>
                  <a:pt x="723961" y="3482165"/>
                </a:cubicBezTo>
                <a:cubicBezTo>
                  <a:pt x="497125" y="3465003"/>
                  <a:pt x="268214" y="3473242"/>
                  <a:pt x="41451" y="3495177"/>
                </a:cubicBezTo>
                <a:lnTo>
                  <a:pt x="0" y="34999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2C671-6FAD-3492-281B-CF6E4FB4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10563"/>
            <a:ext cx="4618072" cy="1782986"/>
          </a:xfrm>
        </p:spPr>
        <p:txBody>
          <a:bodyPr anchor="t">
            <a:normAutofit/>
          </a:bodyPr>
          <a:lstStyle/>
          <a:p>
            <a:r>
              <a:rPr lang="en-US">
                <a:cs typeface="Posterama"/>
              </a:rPr>
              <a:t>script-based automation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46E48EF8-C24A-276C-ED33-2BCB657D5F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760" b="-1"/>
          <a:stretch/>
        </p:blipFill>
        <p:spPr>
          <a:xfrm>
            <a:off x="1539862" y="3268629"/>
            <a:ext cx="2757549" cy="2778808"/>
          </a:xfrm>
          <a:prstGeom prst="rect">
            <a:avLst/>
          </a:prstGeom>
        </p:spPr>
      </p:pic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BB514C51-71D6-955B-BFED-D4FC526A7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186243"/>
              </p:ext>
            </p:extLst>
          </p:nvPr>
        </p:nvGraphicFramePr>
        <p:xfrm>
          <a:off x="5247803" y="278600"/>
          <a:ext cx="6649576" cy="6571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061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C6E14-D11C-1346-2DDB-8228765C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46968"/>
            <a:ext cx="10972800" cy="1325563"/>
          </a:xfrm>
        </p:spPr>
        <p:txBody>
          <a:bodyPr>
            <a:normAutofit/>
          </a:bodyPr>
          <a:lstStyle/>
          <a:p>
            <a:pPr algn="ctr"/>
            <a:r>
              <a:rPr lang="en-US" err="1">
                <a:cs typeface="Posterama"/>
              </a:rPr>
              <a:t>rpa</a:t>
            </a:r>
            <a:endParaRPr lang="en-US">
              <a:cs typeface="Posterama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602C2013-1D90-FA99-9FCF-196F1D304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039442"/>
              </p:ext>
            </p:extLst>
          </p:nvPr>
        </p:nvGraphicFramePr>
        <p:xfrm>
          <a:off x="609600" y="1585318"/>
          <a:ext cx="10972800" cy="5113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216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3B2A7-A44E-4940-9367-4788F280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DBF9A7D-DF04-4422-981B-76DFC720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759370" y="0"/>
            <a:ext cx="2432630" cy="2848482"/>
          </a:xfrm>
          <a:custGeom>
            <a:avLst/>
            <a:gdLst>
              <a:gd name="connsiteX0" fmla="*/ 1193013 w 2432630"/>
              <a:gd name="connsiteY0" fmla="*/ 1609830 h 2848482"/>
              <a:gd name="connsiteX1" fmla="*/ 1452520 w 2432630"/>
              <a:gd name="connsiteY1" fmla="*/ 1771993 h 2848482"/>
              <a:gd name="connsiteX2" fmla="*/ 1333256 w 2432630"/>
              <a:gd name="connsiteY2" fmla="*/ 2217094 h 2848482"/>
              <a:gd name="connsiteX3" fmla="*/ 888154 w 2432630"/>
              <a:gd name="connsiteY3" fmla="*/ 2097829 h 2848482"/>
              <a:gd name="connsiteX4" fmla="*/ 1007419 w 2432630"/>
              <a:gd name="connsiteY4" fmla="*/ 1652728 h 2848482"/>
              <a:gd name="connsiteX5" fmla="*/ 1193013 w 2432630"/>
              <a:gd name="connsiteY5" fmla="*/ 1609830 h 2848482"/>
              <a:gd name="connsiteX6" fmla="*/ 1721013 w 2432630"/>
              <a:gd name="connsiteY6" fmla="*/ 1345937 h 2848482"/>
              <a:gd name="connsiteX7" fmla="*/ 1880524 w 2432630"/>
              <a:gd name="connsiteY7" fmla="*/ 1425334 h 2848482"/>
              <a:gd name="connsiteX8" fmla="*/ 1821528 w 2432630"/>
              <a:gd name="connsiteY8" fmla="*/ 1645511 h 2848482"/>
              <a:gd name="connsiteX9" fmla="*/ 1601350 w 2432630"/>
              <a:gd name="connsiteY9" fmla="*/ 1586514 h 2848482"/>
              <a:gd name="connsiteX10" fmla="*/ 1660347 w 2432630"/>
              <a:gd name="connsiteY10" fmla="*/ 1366337 h 2848482"/>
              <a:gd name="connsiteX11" fmla="*/ 1721013 w 2432630"/>
              <a:gd name="connsiteY11" fmla="*/ 1345937 h 2848482"/>
              <a:gd name="connsiteX12" fmla="*/ 0 w 2432630"/>
              <a:gd name="connsiteY12" fmla="*/ 0 h 2848482"/>
              <a:gd name="connsiteX13" fmla="*/ 2420476 w 2432630"/>
              <a:gd name="connsiteY13" fmla="*/ 0 h 2848482"/>
              <a:gd name="connsiteX14" fmla="*/ 2431096 w 2432630"/>
              <a:gd name="connsiteY14" fmla="*/ 94052 h 2848482"/>
              <a:gd name="connsiteX15" fmla="*/ 2426545 w 2432630"/>
              <a:gd name="connsiteY15" fmla="*/ 261706 h 2848482"/>
              <a:gd name="connsiteX16" fmla="*/ 1347411 w 2432630"/>
              <a:gd name="connsiteY16" fmla="*/ 1289202 h 2848482"/>
              <a:gd name="connsiteX17" fmla="*/ 678423 w 2432630"/>
              <a:gd name="connsiteY17" fmla="*/ 1606118 h 2848482"/>
              <a:gd name="connsiteX18" fmla="*/ 284014 w 2432630"/>
              <a:gd name="connsiteY18" fmla="*/ 2398976 h 2848482"/>
              <a:gd name="connsiteX19" fmla="*/ 97407 w 2432630"/>
              <a:gd name="connsiteY19" fmla="*/ 2742323 h 2848482"/>
              <a:gd name="connsiteX20" fmla="*/ 0 w 2432630"/>
              <a:gd name="connsiteY20" fmla="*/ 2848482 h 2848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32630" h="2848482">
                <a:moveTo>
                  <a:pt x="1193013" y="1609830"/>
                </a:moveTo>
                <a:cubicBezTo>
                  <a:pt x="1297352" y="1617205"/>
                  <a:pt x="1396284" y="1674588"/>
                  <a:pt x="1452520" y="1771993"/>
                </a:cubicBezTo>
                <a:cubicBezTo>
                  <a:pt x="1542498" y="1927838"/>
                  <a:pt x="1489101" y="2127117"/>
                  <a:pt x="1333256" y="2217094"/>
                </a:cubicBezTo>
                <a:cubicBezTo>
                  <a:pt x="1177410" y="2307071"/>
                  <a:pt x="978131" y="2253675"/>
                  <a:pt x="888154" y="2097829"/>
                </a:cubicBezTo>
                <a:cubicBezTo>
                  <a:pt x="798176" y="1941984"/>
                  <a:pt x="851572" y="1742705"/>
                  <a:pt x="1007419" y="1652728"/>
                </a:cubicBezTo>
                <a:cubicBezTo>
                  <a:pt x="1065861" y="1618986"/>
                  <a:pt x="1130410" y="1605406"/>
                  <a:pt x="1193013" y="1609830"/>
                </a:cubicBezTo>
                <a:close/>
                <a:moveTo>
                  <a:pt x="1721013" y="1345937"/>
                </a:moveTo>
                <a:cubicBezTo>
                  <a:pt x="1783347" y="1338202"/>
                  <a:pt x="1847142" y="1367515"/>
                  <a:pt x="1880524" y="1425334"/>
                </a:cubicBezTo>
                <a:cubicBezTo>
                  <a:pt x="1925033" y="1502425"/>
                  <a:pt x="1898619" y="1601002"/>
                  <a:pt x="1821528" y="1645511"/>
                </a:cubicBezTo>
                <a:cubicBezTo>
                  <a:pt x="1744436" y="1690020"/>
                  <a:pt x="1645859" y="1663606"/>
                  <a:pt x="1601350" y="1586514"/>
                </a:cubicBezTo>
                <a:cubicBezTo>
                  <a:pt x="1556841" y="1509423"/>
                  <a:pt x="1583254" y="1410846"/>
                  <a:pt x="1660347" y="1366337"/>
                </a:cubicBezTo>
                <a:cubicBezTo>
                  <a:pt x="1679620" y="1355210"/>
                  <a:pt x="1700235" y="1348515"/>
                  <a:pt x="1721013" y="1345937"/>
                </a:cubicBezTo>
                <a:close/>
                <a:moveTo>
                  <a:pt x="0" y="0"/>
                </a:moveTo>
                <a:lnTo>
                  <a:pt x="2420476" y="0"/>
                </a:lnTo>
                <a:lnTo>
                  <a:pt x="2431096" y="94052"/>
                </a:lnTo>
                <a:cubicBezTo>
                  <a:pt x="2434004" y="150699"/>
                  <a:pt x="2432933" y="206775"/>
                  <a:pt x="2426545" y="261706"/>
                </a:cubicBezTo>
                <a:cubicBezTo>
                  <a:pt x="2360669" y="828256"/>
                  <a:pt x="1972176" y="1172577"/>
                  <a:pt x="1347411" y="1289202"/>
                </a:cubicBezTo>
                <a:cubicBezTo>
                  <a:pt x="1096744" y="1336043"/>
                  <a:pt x="825156" y="1376752"/>
                  <a:pt x="678423" y="1606118"/>
                </a:cubicBezTo>
                <a:cubicBezTo>
                  <a:pt x="520257" y="1853673"/>
                  <a:pt x="394149" y="2125038"/>
                  <a:pt x="284014" y="2398976"/>
                </a:cubicBezTo>
                <a:cubicBezTo>
                  <a:pt x="233465" y="2524954"/>
                  <a:pt x="173906" y="2641107"/>
                  <a:pt x="97407" y="2742323"/>
                </a:cubicBezTo>
                <a:lnTo>
                  <a:pt x="0" y="28484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5ADB6-6886-8E1B-EA12-E86F99F5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1781"/>
            <a:ext cx="12192000" cy="1408689"/>
          </a:xfrm>
        </p:spPr>
        <p:txBody>
          <a:bodyPr>
            <a:normAutofit/>
          </a:bodyPr>
          <a:lstStyle/>
          <a:p>
            <a:pPr algn="ctr"/>
            <a:r>
              <a:rPr lang="en-US">
                <a:cs typeface="Posterama"/>
              </a:rPr>
              <a:t>ai-driven automation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06D9619-83A9-D0D6-DD07-D0315A4C8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807372"/>
              </p:ext>
            </p:extLst>
          </p:nvPr>
        </p:nvGraphicFramePr>
        <p:xfrm>
          <a:off x="5751" y="1441597"/>
          <a:ext cx="12180498" cy="545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10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E3490-B6FF-69F4-6070-A56A5BDB0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40164"/>
            <a:ext cx="6006478" cy="1675029"/>
          </a:xfrm>
        </p:spPr>
        <p:txBody>
          <a:bodyPr>
            <a:normAutofit/>
          </a:bodyPr>
          <a:lstStyle/>
          <a:p>
            <a:r>
              <a:rPr lang="en-US">
                <a:cs typeface="Posterama"/>
              </a:rPr>
              <a:t>benefits of automation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EE856-CC89-F7C0-3D61-E344F2E96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53" y="2391995"/>
            <a:ext cx="6061856" cy="42831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700"/>
          </a:p>
          <a:p>
            <a:pPr>
              <a:lnSpc>
                <a:spcPct val="100000"/>
              </a:lnSpc>
            </a:pPr>
            <a:endParaRPr lang="en-US" sz="1700"/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/>
              <a:t>Enhances </a:t>
            </a:r>
            <a:r>
              <a:rPr lang="en-US" sz="2400">
                <a:solidFill>
                  <a:schemeClr val="accent6"/>
                </a:solidFill>
              </a:rPr>
              <a:t>productivity and efficiency</a:t>
            </a:r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/>
              <a:t>Enhanced </a:t>
            </a:r>
            <a:r>
              <a:rPr lang="en-US" sz="2400">
                <a:solidFill>
                  <a:srgbClr val="FF0000"/>
                </a:solidFill>
              </a:rPr>
              <a:t>accuracy</a:t>
            </a:r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/>
              <a:t>Improved </a:t>
            </a:r>
            <a:r>
              <a:rPr lang="en-US" sz="2400">
                <a:solidFill>
                  <a:srgbClr val="7030A0"/>
                </a:solidFill>
              </a:rPr>
              <a:t>decision making</a:t>
            </a:r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>
                <a:solidFill>
                  <a:srgbClr val="C00000"/>
                </a:solidFill>
              </a:rPr>
              <a:t>Innovation and creativity</a:t>
            </a:r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>
                <a:solidFill>
                  <a:srgbClr val="692B2B"/>
                </a:solidFill>
              </a:rPr>
              <a:t>Cost saving</a:t>
            </a:r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/>
              <a:t>Improved </a:t>
            </a:r>
            <a:r>
              <a:rPr lang="en-US" sz="2400">
                <a:solidFill>
                  <a:srgbClr val="00B0F0"/>
                </a:solidFill>
              </a:rPr>
              <a:t>satisfaction</a:t>
            </a:r>
          </a:p>
          <a:p>
            <a:pPr marL="685800" lvl="1" indent="-457200"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>
                <a:solidFill>
                  <a:srgbClr val="FF0000"/>
                </a:solidFill>
              </a:rPr>
              <a:t>Competitive advantage</a:t>
            </a:r>
          </a:p>
          <a:p>
            <a:pPr marL="457200" indent="-457200">
              <a:lnSpc>
                <a:spcPct val="100000"/>
              </a:lnSpc>
              <a:buFont typeface="Wingdings" panose="020B0504020202020204" pitchFamily="34" charset="0"/>
              <a:buChar char="§"/>
            </a:pPr>
            <a:endParaRPr lang="en-US" sz="1700"/>
          </a:p>
        </p:txBody>
      </p:sp>
      <p:pic>
        <p:nvPicPr>
          <p:cNvPr id="33" name="Picture 32" descr="A digital balance scale using circles">
            <a:extLst>
              <a:ext uri="{FF2B5EF4-FFF2-40B4-BE49-F238E27FC236}">
                <a16:creationId xmlns:a16="http://schemas.microsoft.com/office/drawing/2014/main" id="{0C9B8D1C-4E7F-9B7A-4ACC-6431798EE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87" r="25451" b="8"/>
          <a:stretch/>
        </p:blipFill>
        <p:spPr>
          <a:xfrm>
            <a:off x="6364448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391440" y="4232571"/>
                </a:moveTo>
                <a:cubicBezTo>
                  <a:pt x="581049" y="4232571"/>
                  <a:pt x="734757" y="4386279"/>
                  <a:pt x="734757" y="4575888"/>
                </a:cubicBezTo>
                <a:cubicBezTo>
                  <a:pt x="734757" y="4765497"/>
                  <a:pt x="581049" y="4919205"/>
                  <a:pt x="391440" y="4919205"/>
                </a:cubicBezTo>
                <a:cubicBezTo>
                  <a:pt x="201831" y="4919205"/>
                  <a:pt x="48123" y="4765497"/>
                  <a:pt x="48123" y="4575888"/>
                </a:cubicBezTo>
                <a:cubicBezTo>
                  <a:pt x="48123" y="4386279"/>
                  <a:pt x="201831" y="4232571"/>
                  <a:pt x="391440" y="4232571"/>
                </a:cubicBezTo>
                <a:close/>
                <a:moveTo>
                  <a:pt x="247368" y="1806694"/>
                </a:moveTo>
                <a:cubicBezTo>
                  <a:pt x="383986" y="1806694"/>
                  <a:pt x="494736" y="1917444"/>
                  <a:pt x="494736" y="2054062"/>
                </a:cubicBezTo>
                <a:cubicBezTo>
                  <a:pt x="494736" y="2190680"/>
                  <a:pt x="383986" y="2301430"/>
                  <a:pt x="247368" y="2301430"/>
                </a:cubicBezTo>
                <a:cubicBezTo>
                  <a:pt x="110750" y="2301430"/>
                  <a:pt x="0" y="2190680"/>
                  <a:pt x="0" y="2054062"/>
                </a:cubicBezTo>
                <a:cubicBezTo>
                  <a:pt x="0" y="1917444"/>
                  <a:pt x="110750" y="1806694"/>
                  <a:pt x="247368" y="1806694"/>
                </a:cubicBezTo>
                <a:close/>
                <a:moveTo>
                  <a:pt x="247369" y="1294715"/>
                </a:moveTo>
                <a:cubicBezTo>
                  <a:pt x="326938" y="1294715"/>
                  <a:pt x="391441" y="1359218"/>
                  <a:pt x="391441" y="1438787"/>
                </a:cubicBezTo>
                <a:cubicBezTo>
                  <a:pt x="391441" y="1518356"/>
                  <a:pt x="326938" y="1582859"/>
                  <a:pt x="247369" y="1582859"/>
                </a:cubicBezTo>
                <a:cubicBezTo>
                  <a:pt x="167800" y="1582859"/>
                  <a:pt x="103297" y="1518356"/>
                  <a:pt x="103297" y="1438787"/>
                </a:cubicBezTo>
                <a:cubicBezTo>
                  <a:pt x="103297" y="1359218"/>
                  <a:pt x="167800" y="1294715"/>
                  <a:pt x="247369" y="1294715"/>
                </a:cubicBezTo>
                <a:close/>
                <a:moveTo>
                  <a:pt x="480671" y="0"/>
                </a:moveTo>
                <a:lnTo>
                  <a:pt x="5827552" y="0"/>
                </a:lnTo>
                <a:lnTo>
                  <a:pt x="5827552" y="6858000"/>
                </a:lnTo>
                <a:lnTo>
                  <a:pt x="5825818" y="6858000"/>
                </a:lnTo>
                <a:lnTo>
                  <a:pt x="236731" y="6858000"/>
                </a:lnTo>
                <a:lnTo>
                  <a:pt x="225831" y="6841105"/>
                </a:lnTo>
                <a:cubicBezTo>
                  <a:pt x="35993" y="6490332"/>
                  <a:pt x="58970" y="6027176"/>
                  <a:pt x="314550" y="5720066"/>
                </a:cubicBezTo>
                <a:cubicBezTo>
                  <a:pt x="1530043" y="4259025"/>
                  <a:pt x="615593" y="4079388"/>
                  <a:pt x="503588" y="3464278"/>
                </a:cubicBezTo>
                <a:cubicBezTo>
                  <a:pt x="330606" y="2514465"/>
                  <a:pt x="722867" y="2276432"/>
                  <a:pt x="675681" y="1809180"/>
                </a:cubicBezTo>
                <a:cubicBezTo>
                  <a:pt x="624359" y="1301070"/>
                  <a:pt x="219491" y="1102027"/>
                  <a:pt x="245003" y="646882"/>
                </a:cubicBezTo>
                <a:cubicBezTo>
                  <a:pt x="249830" y="424885"/>
                  <a:pt x="318025" y="228632"/>
                  <a:pt x="431196" y="6414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1569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E73B2-DD85-021E-8325-63ED7940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15" y="262816"/>
            <a:ext cx="12189541" cy="1446390"/>
          </a:xfrm>
        </p:spPr>
        <p:txBody>
          <a:bodyPr>
            <a:normAutofit/>
          </a:bodyPr>
          <a:lstStyle/>
          <a:p>
            <a:pPr algn="ctr"/>
            <a:r>
              <a:rPr lang="en-US">
                <a:cs typeface="Posterama"/>
              </a:rPr>
              <a:t>ai in the workplace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8BCE8D-2FCA-35B0-7FBC-BA9953A951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611268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382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2033A-0CB8-2F34-D39E-F147BFF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40164"/>
            <a:ext cx="5840223" cy="1675029"/>
          </a:xfrm>
        </p:spPr>
        <p:txBody>
          <a:bodyPr>
            <a:normAutofit/>
          </a:bodyPr>
          <a:lstStyle/>
          <a:p>
            <a:r>
              <a:rPr lang="en-US">
                <a:cs typeface="Posterama"/>
              </a:rPr>
              <a:t>skills acquisition marathon</a:t>
            </a:r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9F607771-6C8D-E592-126D-477A270B8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160355"/>
              </p:ext>
            </p:extLst>
          </p:nvPr>
        </p:nvGraphicFramePr>
        <p:xfrm>
          <a:off x="152999" y="2156469"/>
          <a:ext cx="6075711" cy="4698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Worm's eye view of the feet of a person running on the road">
            <a:extLst>
              <a:ext uri="{FF2B5EF4-FFF2-40B4-BE49-F238E27FC236}">
                <a16:creationId xmlns:a16="http://schemas.microsoft.com/office/drawing/2014/main" id="{7363DE62-7BEA-68B3-309C-7F4F41C185D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1564" r="4164" b="-2"/>
          <a:stretch/>
        </p:blipFill>
        <p:spPr>
          <a:xfrm>
            <a:off x="6364448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391440" y="4232571"/>
                </a:moveTo>
                <a:cubicBezTo>
                  <a:pt x="581049" y="4232571"/>
                  <a:pt x="734757" y="4386279"/>
                  <a:pt x="734757" y="4575888"/>
                </a:cubicBezTo>
                <a:cubicBezTo>
                  <a:pt x="734757" y="4765497"/>
                  <a:pt x="581049" y="4919205"/>
                  <a:pt x="391440" y="4919205"/>
                </a:cubicBezTo>
                <a:cubicBezTo>
                  <a:pt x="201831" y="4919205"/>
                  <a:pt x="48123" y="4765497"/>
                  <a:pt x="48123" y="4575888"/>
                </a:cubicBezTo>
                <a:cubicBezTo>
                  <a:pt x="48123" y="4386279"/>
                  <a:pt x="201831" y="4232571"/>
                  <a:pt x="391440" y="4232571"/>
                </a:cubicBezTo>
                <a:close/>
                <a:moveTo>
                  <a:pt x="247368" y="1806694"/>
                </a:moveTo>
                <a:cubicBezTo>
                  <a:pt x="383986" y="1806694"/>
                  <a:pt x="494736" y="1917444"/>
                  <a:pt x="494736" y="2054062"/>
                </a:cubicBezTo>
                <a:cubicBezTo>
                  <a:pt x="494736" y="2190680"/>
                  <a:pt x="383986" y="2301430"/>
                  <a:pt x="247368" y="2301430"/>
                </a:cubicBezTo>
                <a:cubicBezTo>
                  <a:pt x="110750" y="2301430"/>
                  <a:pt x="0" y="2190680"/>
                  <a:pt x="0" y="2054062"/>
                </a:cubicBezTo>
                <a:cubicBezTo>
                  <a:pt x="0" y="1917444"/>
                  <a:pt x="110750" y="1806694"/>
                  <a:pt x="247368" y="1806694"/>
                </a:cubicBezTo>
                <a:close/>
                <a:moveTo>
                  <a:pt x="247369" y="1294715"/>
                </a:moveTo>
                <a:cubicBezTo>
                  <a:pt x="326938" y="1294715"/>
                  <a:pt x="391441" y="1359218"/>
                  <a:pt x="391441" y="1438787"/>
                </a:cubicBezTo>
                <a:cubicBezTo>
                  <a:pt x="391441" y="1518356"/>
                  <a:pt x="326938" y="1582859"/>
                  <a:pt x="247369" y="1582859"/>
                </a:cubicBezTo>
                <a:cubicBezTo>
                  <a:pt x="167800" y="1582859"/>
                  <a:pt x="103297" y="1518356"/>
                  <a:pt x="103297" y="1438787"/>
                </a:cubicBezTo>
                <a:cubicBezTo>
                  <a:pt x="103297" y="1359218"/>
                  <a:pt x="167800" y="1294715"/>
                  <a:pt x="247369" y="1294715"/>
                </a:cubicBezTo>
                <a:close/>
                <a:moveTo>
                  <a:pt x="480671" y="0"/>
                </a:moveTo>
                <a:lnTo>
                  <a:pt x="5827552" y="0"/>
                </a:lnTo>
                <a:lnTo>
                  <a:pt x="5827552" y="6858000"/>
                </a:lnTo>
                <a:lnTo>
                  <a:pt x="5825818" y="6858000"/>
                </a:lnTo>
                <a:lnTo>
                  <a:pt x="236731" y="6858000"/>
                </a:lnTo>
                <a:lnTo>
                  <a:pt x="225831" y="6841105"/>
                </a:lnTo>
                <a:cubicBezTo>
                  <a:pt x="35993" y="6490332"/>
                  <a:pt x="58970" y="6027176"/>
                  <a:pt x="314550" y="5720066"/>
                </a:cubicBezTo>
                <a:cubicBezTo>
                  <a:pt x="1530043" y="4259025"/>
                  <a:pt x="615593" y="4079388"/>
                  <a:pt x="503588" y="3464278"/>
                </a:cubicBezTo>
                <a:cubicBezTo>
                  <a:pt x="330606" y="2514465"/>
                  <a:pt x="722867" y="2276432"/>
                  <a:pt x="675681" y="1809180"/>
                </a:cubicBezTo>
                <a:cubicBezTo>
                  <a:pt x="624359" y="1301070"/>
                  <a:pt x="219491" y="1102027"/>
                  <a:pt x="245003" y="646882"/>
                </a:cubicBezTo>
                <a:cubicBezTo>
                  <a:pt x="249830" y="424885"/>
                  <a:pt x="318025" y="228632"/>
                  <a:pt x="431196" y="6414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3365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E6557-0E93-4B4F-8AD1-1A7E3870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B84358-2894-45F1-8753-B1EC1E593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8517" y="-2"/>
            <a:ext cx="7742945" cy="6858001"/>
          </a:xfrm>
          <a:custGeom>
            <a:avLst/>
            <a:gdLst>
              <a:gd name="connsiteX0" fmla="*/ 615190 w 7742945"/>
              <a:gd name="connsiteY0" fmla="*/ 3536636 h 6858001"/>
              <a:gd name="connsiteX1" fmla="*/ 1124778 w 7742945"/>
              <a:gd name="connsiteY1" fmla="*/ 4046224 h 6858001"/>
              <a:gd name="connsiteX2" fmla="*/ 615190 w 7742945"/>
              <a:gd name="connsiteY2" fmla="*/ 4555812 h 6858001"/>
              <a:gd name="connsiteX3" fmla="*/ 105602 w 7742945"/>
              <a:gd name="connsiteY3" fmla="*/ 4046224 h 6858001"/>
              <a:gd name="connsiteX4" fmla="*/ 615190 w 7742945"/>
              <a:gd name="connsiteY4" fmla="*/ 3536636 h 6858001"/>
              <a:gd name="connsiteX5" fmla="*/ 14543 w 7742945"/>
              <a:gd name="connsiteY5" fmla="*/ 1 h 6858001"/>
              <a:gd name="connsiteX6" fmla="*/ 879351 w 7742945"/>
              <a:gd name="connsiteY6" fmla="*/ 1 h 6858001"/>
              <a:gd name="connsiteX7" fmla="*/ 892053 w 7742945"/>
              <a:gd name="connsiteY7" fmla="*/ 78053 h 6858001"/>
              <a:gd name="connsiteX8" fmla="*/ 561940 w 7742945"/>
              <a:gd name="connsiteY8" fmla="*/ 535444 h 6858001"/>
              <a:gd name="connsiteX9" fmla="*/ 15319 w 7742945"/>
              <a:gd name="connsiteY9" fmla="*/ 219853 h 6858001"/>
              <a:gd name="connsiteX10" fmla="*/ 4234 w 7742945"/>
              <a:gd name="connsiteY10" fmla="*/ 42970 h 6858001"/>
              <a:gd name="connsiteX11" fmla="*/ 2617781 w 7742945"/>
              <a:gd name="connsiteY11" fmla="*/ 0 h 6858001"/>
              <a:gd name="connsiteX12" fmla="*/ 7742945 w 7742945"/>
              <a:gd name="connsiteY12" fmla="*/ 0 h 6858001"/>
              <a:gd name="connsiteX13" fmla="*/ 7742945 w 7742945"/>
              <a:gd name="connsiteY13" fmla="*/ 6858000 h 6858001"/>
              <a:gd name="connsiteX14" fmla="*/ 5726653 w 7742945"/>
              <a:gd name="connsiteY14" fmla="*/ 6858000 h 6858001"/>
              <a:gd name="connsiteX15" fmla="*/ 5726653 w 7742945"/>
              <a:gd name="connsiteY15" fmla="*/ 6858001 h 6858001"/>
              <a:gd name="connsiteX16" fmla="*/ 311757 w 7742945"/>
              <a:gd name="connsiteY16" fmla="*/ 6858001 h 6858001"/>
              <a:gd name="connsiteX17" fmla="*/ 314130 w 7742945"/>
              <a:gd name="connsiteY17" fmla="*/ 6707671 h 6858001"/>
              <a:gd name="connsiteX18" fmla="*/ 599702 w 7742945"/>
              <a:gd name="connsiteY18" fmla="*/ 5670859 h 6858001"/>
              <a:gd name="connsiteX19" fmla="*/ 1211433 w 7742945"/>
              <a:gd name="connsiteY19" fmla="*/ 4641256 h 6858001"/>
              <a:gd name="connsiteX20" fmla="*/ 1053041 w 7742945"/>
              <a:gd name="connsiteY20" fmla="*/ 3164270 h 6858001"/>
              <a:gd name="connsiteX21" fmla="*/ 607048 w 7742945"/>
              <a:gd name="connsiteY21" fmla="*/ 2589406 h 6858001"/>
              <a:gd name="connsiteX22" fmla="*/ 1054915 w 7742945"/>
              <a:gd name="connsiteY22" fmla="*/ 1068100 h 6858001"/>
              <a:gd name="connsiteX23" fmla="*/ 1502877 w 7742945"/>
              <a:gd name="connsiteY23" fmla="*/ 419996 h 6858001"/>
              <a:gd name="connsiteX24" fmla="*/ 1505904 w 7742945"/>
              <a:gd name="connsiteY24" fmla="*/ 184997 h 6858001"/>
              <a:gd name="connsiteX25" fmla="*/ 1497780 w 7742945"/>
              <a:gd name="connsiteY25" fmla="*/ 1 h 6858001"/>
              <a:gd name="connsiteX26" fmla="*/ 2617781 w 7742945"/>
              <a:gd name="connsiteY2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42945" h="6858001">
                <a:moveTo>
                  <a:pt x="615190" y="3536636"/>
                </a:moveTo>
                <a:cubicBezTo>
                  <a:pt x="896628" y="3536636"/>
                  <a:pt x="1124778" y="3764786"/>
                  <a:pt x="1124778" y="4046224"/>
                </a:cubicBezTo>
                <a:cubicBezTo>
                  <a:pt x="1124778" y="4327662"/>
                  <a:pt x="896628" y="4555812"/>
                  <a:pt x="615190" y="4555812"/>
                </a:cubicBezTo>
                <a:cubicBezTo>
                  <a:pt x="333752" y="4555812"/>
                  <a:pt x="105602" y="4327662"/>
                  <a:pt x="105602" y="4046224"/>
                </a:cubicBezTo>
                <a:cubicBezTo>
                  <a:pt x="105602" y="3764786"/>
                  <a:pt x="333752" y="3536636"/>
                  <a:pt x="615190" y="3536636"/>
                </a:cubicBezTo>
                <a:close/>
                <a:moveTo>
                  <a:pt x="14543" y="1"/>
                </a:moveTo>
                <a:lnTo>
                  <a:pt x="879351" y="1"/>
                </a:lnTo>
                <a:lnTo>
                  <a:pt x="892053" y="78053"/>
                </a:lnTo>
                <a:cubicBezTo>
                  <a:pt x="904492" y="285272"/>
                  <a:pt x="770271" y="479622"/>
                  <a:pt x="561940" y="535444"/>
                </a:cubicBezTo>
                <a:cubicBezTo>
                  <a:pt x="323846" y="599241"/>
                  <a:pt x="79116" y="457946"/>
                  <a:pt x="15319" y="219853"/>
                </a:cubicBezTo>
                <a:cubicBezTo>
                  <a:pt x="-631" y="160330"/>
                  <a:pt x="-3762" y="100392"/>
                  <a:pt x="4234" y="42970"/>
                </a:cubicBezTo>
                <a:close/>
                <a:moveTo>
                  <a:pt x="2617781" y="0"/>
                </a:moveTo>
                <a:lnTo>
                  <a:pt x="7742945" y="0"/>
                </a:lnTo>
                <a:lnTo>
                  <a:pt x="7742945" y="6858000"/>
                </a:lnTo>
                <a:lnTo>
                  <a:pt x="5726653" y="6858000"/>
                </a:lnTo>
                <a:lnTo>
                  <a:pt x="5726653" y="6858001"/>
                </a:lnTo>
                <a:lnTo>
                  <a:pt x="311757" y="6858001"/>
                </a:lnTo>
                <a:lnTo>
                  <a:pt x="314130" y="6707671"/>
                </a:lnTo>
                <a:cubicBezTo>
                  <a:pt x="335132" y="6366410"/>
                  <a:pt x="433651" y="6019043"/>
                  <a:pt x="599702" y="5670859"/>
                </a:cubicBezTo>
                <a:cubicBezTo>
                  <a:pt x="770257" y="5311557"/>
                  <a:pt x="1010813" y="4986833"/>
                  <a:pt x="1211433" y="4641256"/>
                </a:cubicBezTo>
                <a:cubicBezTo>
                  <a:pt x="1493036" y="4154457"/>
                  <a:pt x="1511835" y="3622745"/>
                  <a:pt x="1053041" y="3164270"/>
                </a:cubicBezTo>
                <a:cubicBezTo>
                  <a:pt x="881977" y="2993265"/>
                  <a:pt x="700422" y="2805524"/>
                  <a:pt x="607048" y="2589406"/>
                </a:cubicBezTo>
                <a:cubicBezTo>
                  <a:pt x="366279" y="2032159"/>
                  <a:pt x="541125" y="1508062"/>
                  <a:pt x="1054915" y="1068100"/>
                </a:cubicBezTo>
                <a:cubicBezTo>
                  <a:pt x="1261027" y="891536"/>
                  <a:pt x="1489688" y="709489"/>
                  <a:pt x="1502877" y="419996"/>
                </a:cubicBezTo>
                <a:cubicBezTo>
                  <a:pt x="1506389" y="341911"/>
                  <a:pt x="1507262" y="263521"/>
                  <a:pt x="1505904" y="184997"/>
                </a:cubicBezTo>
                <a:lnTo>
                  <a:pt x="1497780" y="1"/>
                </a:lnTo>
                <a:lnTo>
                  <a:pt x="261778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82102-C3C3-3FCC-7F63-B8FD7A76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1" y="810563"/>
            <a:ext cx="3705572" cy="5409262"/>
          </a:xfrm>
        </p:spPr>
        <p:txBody>
          <a:bodyPr anchor="t">
            <a:normAutofit/>
          </a:bodyPr>
          <a:lstStyle/>
          <a:p>
            <a:r>
              <a:rPr lang="en-US">
                <a:cs typeface="Posterama"/>
              </a:rPr>
              <a:t>food </a:t>
            </a:r>
            <a:br>
              <a:rPr lang="en-US">
                <a:cs typeface="Posterama"/>
              </a:rPr>
            </a:br>
            <a:r>
              <a:rPr lang="en-US">
                <a:cs typeface="Posterama"/>
              </a:rPr>
              <a:t>for </a:t>
            </a:r>
            <a:br>
              <a:rPr lang="en-US">
                <a:cs typeface="Posterama"/>
              </a:rPr>
            </a:br>
            <a:r>
              <a:rPr lang="en-US">
                <a:cs typeface="Posterama"/>
              </a:rPr>
              <a:t>thoughts </a:t>
            </a:r>
            <a:br>
              <a:rPr lang="en-US">
                <a:cs typeface="Posterama"/>
              </a:rPr>
            </a:br>
            <a:r>
              <a:rPr lang="en-US">
                <a:cs typeface="Posterama"/>
              </a:rPr>
              <a:t>and </a:t>
            </a:r>
            <a:br>
              <a:rPr lang="en-US">
                <a:cs typeface="Posterama"/>
              </a:rPr>
            </a:br>
            <a:r>
              <a:rPr lang="en-US">
                <a:cs typeface="Posterama"/>
              </a:rPr>
              <a:t>wrap-up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59F6BC-EB4C-7D4A-BB47-410C58B59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668966"/>
              </p:ext>
            </p:extLst>
          </p:nvPr>
        </p:nvGraphicFramePr>
        <p:xfrm>
          <a:off x="6239310" y="1023560"/>
          <a:ext cx="5473546" cy="497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989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4CCE7A-BF63-4F34-A790-506292F49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066AA63-76B1-4DA5-BDFB-DB2FD4E00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91EDF-261E-4BB9-084F-A2065D2EF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18" y="3220198"/>
            <a:ext cx="6361116" cy="36361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8800" b="1">
                <a:solidFill>
                  <a:srgbClr val="7030A0"/>
                </a:solidFill>
              </a:rPr>
              <a:t>Thank</a:t>
            </a:r>
            <a:r>
              <a:rPr lang="en-US" sz="8800">
                <a:solidFill>
                  <a:srgbClr val="7030A0"/>
                </a:solidFill>
              </a:rPr>
              <a:t> </a:t>
            </a:r>
            <a:r>
              <a:rPr lang="en-US" sz="8800" b="1">
                <a:solidFill>
                  <a:srgbClr val="7030A0"/>
                </a:solidFill>
              </a:rPr>
              <a:t>you</a:t>
            </a:r>
            <a:r>
              <a:rPr lang="en-US" sz="8800">
                <a:solidFill>
                  <a:srgbClr val="7030A0"/>
                </a:solidFill>
              </a:rPr>
              <a:t>!</a:t>
            </a:r>
            <a:endParaRPr lang="en-US">
              <a:solidFill>
                <a:srgbClr val="7030A0"/>
              </a:solidFill>
            </a:endParaRP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222B7A23-100E-2D45-EA34-A6703568D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866" y="2175847"/>
            <a:ext cx="3956501" cy="39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14688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AnalogousFromLightSeedRightStep">
      <a:dk1>
        <a:srgbClr val="000000"/>
      </a:dk1>
      <a:lt1>
        <a:srgbClr val="FFFFFF"/>
      </a:lt1>
      <a:dk2>
        <a:srgbClr val="243041"/>
      </a:dk2>
      <a:lt2>
        <a:srgbClr val="E8E2E7"/>
      </a:lt2>
      <a:accent1>
        <a:srgbClr val="81AC87"/>
      </a:accent1>
      <a:accent2>
        <a:srgbClr val="75AB92"/>
      </a:accent2>
      <a:accent3>
        <a:srgbClr val="80A9A8"/>
      </a:accent3>
      <a:accent4>
        <a:srgbClr val="7FA3BA"/>
      </a:accent4>
      <a:accent5>
        <a:srgbClr val="96A0C6"/>
      </a:accent5>
      <a:accent6>
        <a:srgbClr val="8B7FBA"/>
      </a:accent6>
      <a:hlink>
        <a:srgbClr val="AE69A5"/>
      </a:hlink>
      <a:folHlink>
        <a:srgbClr val="7F7F7F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SplashVTI</vt:lpstr>
      <vt:lpstr>automation and ai</vt:lpstr>
      <vt:lpstr>agenda</vt:lpstr>
      <vt:lpstr>introduction</vt:lpstr>
      <vt:lpstr>types of automation</vt:lpstr>
      <vt:lpstr>script-based automation</vt:lpstr>
      <vt:lpstr>rpa</vt:lpstr>
      <vt:lpstr>ai-driven automation</vt:lpstr>
      <vt:lpstr>benefits of automation</vt:lpstr>
      <vt:lpstr>ai in the workplace</vt:lpstr>
      <vt:lpstr>skills acquisition marathon</vt:lpstr>
      <vt:lpstr>food  for  thoughts  and  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50</cp:revision>
  <dcterms:created xsi:type="dcterms:W3CDTF">2024-05-22T12:45:19Z</dcterms:created>
  <dcterms:modified xsi:type="dcterms:W3CDTF">2024-05-23T13:46:48Z</dcterms:modified>
</cp:coreProperties>
</file>